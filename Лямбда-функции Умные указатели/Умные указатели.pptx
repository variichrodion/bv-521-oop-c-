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75" autoAdjust="0"/>
  </p:normalViewPr>
  <p:slideViewPr>
    <p:cSldViewPr snapToGrid="0">
      <p:cViewPr varScale="1">
        <p:scale>
          <a:sx n="86" d="100"/>
          <a:sy n="86" d="100"/>
        </p:scale>
        <p:origin x="5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itch.rodion.2@gmail.com" userId="e231b773860fb99d" providerId="LiveId" clId="{7C141C47-CFDB-4C99-802C-B46BE1370F14}"/>
    <pc:docChg chg="undo custSel addSld delSld modSld">
      <pc:chgData name="varitch.rodion.2@gmail.com" userId="e231b773860fb99d" providerId="LiveId" clId="{7C141C47-CFDB-4C99-802C-B46BE1370F14}" dt="2025-10-31T16:00:57.508" v="3121" actId="20577"/>
      <pc:docMkLst>
        <pc:docMk/>
      </pc:docMkLst>
      <pc:sldChg chg="modSp mod">
        <pc:chgData name="varitch.rodion.2@gmail.com" userId="e231b773860fb99d" providerId="LiveId" clId="{7C141C47-CFDB-4C99-802C-B46BE1370F14}" dt="2025-10-31T13:40:31.824" v="173" actId="14100"/>
        <pc:sldMkLst>
          <pc:docMk/>
          <pc:sldMk cId="1917268247" sldId="257"/>
        </pc:sldMkLst>
        <pc:spChg chg="mod">
          <ac:chgData name="varitch.rodion.2@gmail.com" userId="e231b773860fb99d" providerId="LiveId" clId="{7C141C47-CFDB-4C99-802C-B46BE1370F14}" dt="2025-10-31T13:40:29.518" v="172" actId="27636"/>
          <ac:spMkLst>
            <pc:docMk/>
            <pc:sldMk cId="1917268247" sldId="257"/>
            <ac:spMk id="2" creationId="{5595F7EC-FB82-45DD-96B4-1F83AF6DAAB2}"/>
          </ac:spMkLst>
        </pc:spChg>
        <pc:spChg chg="mod">
          <ac:chgData name="varitch.rodion.2@gmail.com" userId="e231b773860fb99d" providerId="LiveId" clId="{7C141C47-CFDB-4C99-802C-B46BE1370F14}" dt="2025-10-31T13:40:31.824" v="173" actId="14100"/>
          <ac:spMkLst>
            <pc:docMk/>
            <pc:sldMk cId="1917268247" sldId="257"/>
            <ac:spMk id="3" creationId="{FD60F27E-BAA1-474B-BFB9-4E483C5A1F6C}"/>
          </ac:spMkLst>
        </pc:spChg>
      </pc:sldChg>
      <pc:sldChg chg="modSp mod">
        <pc:chgData name="varitch.rodion.2@gmail.com" userId="e231b773860fb99d" providerId="LiveId" clId="{7C141C47-CFDB-4C99-802C-B46BE1370F14}" dt="2025-10-31T13:41:13.218" v="190" actId="20577"/>
        <pc:sldMkLst>
          <pc:docMk/>
          <pc:sldMk cId="221612902" sldId="258"/>
        </pc:sldMkLst>
        <pc:spChg chg="mod">
          <ac:chgData name="varitch.rodion.2@gmail.com" userId="e231b773860fb99d" providerId="LiveId" clId="{7C141C47-CFDB-4C99-802C-B46BE1370F14}" dt="2025-10-31T13:40:21.647" v="168" actId="27636"/>
          <ac:spMkLst>
            <pc:docMk/>
            <pc:sldMk cId="221612902" sldId="258"/>
            <ac:spMk id="2" creationId="{FD2376F7-E641-469F-A9EC-CA3C09520882}"/>
          </ac:spMkLst>
        </pc:spChg>
        <pc:spChg chg="mod">
          <ac:chgData name="varitch.rodion.2@gmail.com" userId="e231b773860fb99d" providerId="LiveId" clId="{7C141C47-CFDB-4C99-802C-B46BE1370F14}" dt="2025-10-31T13:41:13.218" v="190" actId="20577"/>
          <ac:spMkLst>
            <pc:docMk/>
            <pc:sldMk cId="221612902" sldId="258"/>
            <ac:spMk id="3" creationId="{E74DDAF0-581B-4262-8AAA-3045BB92C591}"/>
          </ac:spMkLst>
        </pc:spChg>
      </pc:sldChg>
      <pc:sldChg chg="modSp new mod">
        <pc:chgData name="varitch.rodion.2@gmail.com" userId="e231b773860fb99d" providerId="LiveId" clId="{7C141C47-CFDB-4C99-802C-B46BE1370F14}" dt="2025-10-31T13:51:00.825" v="693" actId="20577"/>
        <pc:sldMkLst>
          <pc:docMk/>
          <pc:sldMk cId="2453202572" sldId="259"/>
        </pc:sldMkLst>
        <pc:spChg chg="mod">
          <ac:chgData name="varitch.rodion.2@gmail.com" userId="e231b773860fb99d" providerId="LiveId" clId="{7C141C47-CFDB-4C99-802C-B46BE1370F14}" dt="2025-10-31T13:41:19.749" v="192" actId="27636"/>
          <ac:spMkLst>
            <pc:docMk/>
            <pc:sldMk cId="2453202572" sldId="259"/>
            <ac:spMk id="2" creationId="{359B8060-DCB5-4441-8C83-6EEA8645B1A6}"/>
          </ac:spMkLst>
        </pc:spChg>
        <pc:spChg chg="mod">
          <ac:chgData name="varitch.rodion.2@gmail.com" userId="e231b773860fb99d" providerId="LiveId" clId="{7C141C47-CFDB-4C99-802C-B46BE1370F14}" dt="2025-10-31T13:51:00.825" v="693" actId="20577"/>
          <ac:spMkLst>
            <pc:docMk/>
            <pc:sldMk cId="2453202572" sldId="259"/>
            <ac:spMk id="3" creationId="{213EACFF-0C56-4CD4-A627-BBF240336A99}"/>
          </ac:spMkLst>
        </pc:spChg>
      </pc:sldChg>
      <pc:sldChg chg="modSp new del mod">
        <pc:chgData name="varitch.rodion.2@gmail.com" userId="e231b773860fb99d" providerId="LiveId" clId="{7C141C47-CFDB-4C99-802C-B46BE1370F14}" dt="2025-10-31T14:15:13" v="1876" actId="2696"/>
        <pc:sldMkLst>
          <pc:docMk/>
          <pc:sldMk cId="1276039149" sldId="260"/>
        </pc:sldMkLst>
        <pc:spChg chg="mod">
          <ac:chgData name="varitch.rodion.2@gmail.com" userId="e231b773860fb99d" providerId="LiveId" clId="{7C141C47-CFDB-4C99-802C-B46BE1370F14}" dt="2025-10-31T13:51:35.406" v="742" actId="2711"/>
          <ac:spMkLst>
            <pc:docMk/>
            <pc:sldMk cId="1276039149" sldId="260"/>
            <ac:spMk id="2" creationId="{439FBDFF-AA68-44F9-93B8-0EE62A8CBD1D}"/>
          </ac:spMkLst>
        </pc:spChg>
        <pc:spChg chg="mod">
          <ac:chgData name="varitch.rodion.2@gmail.com" userId="e231b773860fb99d" providerId="LiveId" clId="{7C141C47-CFDB-4C99-802C-B46BE1370F14}" dt="2025-10-31T14:15:07.041" v="1875" actId="21"/>
          <ac:spMkLst>
            <pc:docMk/>
            <pc:sldMk cId="1276039149" sldId="260"/>
            <ac:spMk id="3" creationId="{1014959C-2170-41C0-9E7D-C804E84E9B3A}"/>
          </ac:spMkLst>
        </pc:spChg>
      </pc:sldChg>
      <pc:sldChg chg="modSp new mod">
        <pc:chgData name="varitch.rodion.2@gmail.com" userId="e231b773860fb99d" providerId="LiveId" clId="{7C141C47-CFDB-4C99-802C-B46BE1370F14}" dt="2025-10-31T14:09:42.482" v="1557" actId="20577"/>
        <pc:sldMkLst>
          <pc:docMk/>
          <pc:sldMk cId="1132002758" sldId="261"/>
        </pc:sldMkLst>
        <pc:spChg chg="mod">
          <ac:chgData name="varitch.rodion.2@gmail.com" userId="e231b773860fb99d" providerId="LiveId" clId="{7C141C47-CFDB-4C99-802C-B46BE1370F14}" dt="2025-10-31T14:02:17.532" v="1137" actId="2711"/>
          <ac:spMkLst>
            <pc:docMk/>
            <pc:sldMk cId="1132002758" sldId="261"/>
            <ac:spMk id="2" creationId="{79F01130-17CC-4DA8-8A33-C49C68D3E425}"/>
          </ac:spMkLst>
        </pc:spChg>
        <pc:spChg chg="mod">
          <ac:chgData name="varitch.rodion.2@gmail.com" userId="e231b773860fb99d" providerId="LiveId" clId="{7C141C47-CFDB-4C99-802C-B46BE1370F14}" dt="2025-10-31T14:09:42.482" v="1557" actId="20577"/>
          <ac:spMkLst>
            <pc:docMk/>
            <pc:sldMk cId="1132002758" sldId="261"/>
            <ac:spMk id="3" creationId="{12B057B2-2012-4C68-B663-A902DDF16D0B}"/>
          </ac:spMkLst>
        </pc:spChg>
      </pc:sldChg>
      <pc:sldChg chg="modSp new mod">
        <pc:chgData name="varitch.rodion.2@gmail.com" userId="e231b773860fb99d" providerId="LiveId" clId="{7C141C47-CFDB-4C99-802C-B46BE1370F14}" dt="2025-10-31T15:26:06.178" v="1987" actId="20577"/>
        <pc:sldMkLst>
          <pc:docMk/>
          <pc:sldMk cId="746955062" sldId="262"/>
        </pc:sldMkLst>
        <pc:spChg chg="mod">
          <ac:chgData name="varitch.rodion.2@gmail.com" userId="e231b773860fb99d" providerId="LiveId" clId="{7C141C47-CFDB-4C99-802C-B46BE1370F14}" dt="2025-10-31T15:26:06.178" v="1987" actId="20577"/>
          <ac:spMkLst>
            <pc:docMk/>
            <pc:sldMk cId="746955062" sldId="262"/>
            <ac:spMk id="2" creationId="{63D88346-3A01-4748-B5CF-9244541879FD}"/>
          </ac:spMkLst>
        </pc:spChg>
        <pc:spChg chg="mod">
          <ac:chgData name="varitch.rodion.2@gmail.com" userId="e231b773860fb99d" providerId="LiveId" clId="{7C141C47-CFDB-4C99-802C-B46BE1370F14}" dt="2025-10-31T14:23:08.240" v="1967" actId="313"/>
          <ac:spMkLst>
            <pc:docMk/>
            <pc:sldMk cId="746955062" sldId="262"/>
            <ac:spMk id="3" creationId="{AEBB4DF5-AB22-4A26-8ABD-96097D0F0ADA}"/>
          </ac:spMkLst>
        </pc:spChg>
      </pc:sldChg>
      <pc:sldChg chg="addSp delSp modSp new mod">
        <pc:chgData name="varitch.rodion.2@gmail.com" userId="e231b773860fb99d" providerId="LiveId" clId="{7C141C47-CFDB-4C99-802C-B46BE1370F14}" dt="2025-10-31T15:36:26.049" v="2523" actId="22"/>
        <pc:sldMkLst>
          <pc:docMk/>
          <pc:sldMk cId="1445152808" sldId="263"/>
        </pc:sldMkLst>
        <pc:spChg chg="mod">
          <ac:chgData name="varitch.rodion.2@gmail.com" userId="e231b773860fb99d" providerId="LiveId" clId="{7C141C47-CFDB-4C99-802C-B46BE1370F14}" dt="2025-10-31T15:29:53.808" v="2521" actId="20577"/>
          <ac:spMkLst>
            <pc:docMk/>
            <pc:sldMk cId="1445152808" sldId="263"/>
            <ac:spMk id="2" creationId="{BA5075FF-8B5D-4391-B491-28A56EA6DE5C}"/>
          </ac:spMkLst>
        </pc:spChg>
        <pc:spChg chg="mod">
          <ac:chgData name="varitch.rodion.2@gmail.com" userId="e231b773860fb99d" providerId="LiveId" clId="{7C141C47-CFDB-4C99-802C-B46BE1370F14}" dt="2025-10-31T15:29:49.241" v="2519" actId="14100"/>
          <ac:spMkLst>
            <pc:docMk/>
            <pc:sldMk cId="1445152808" sldId="263"/>
            <ac:spMk id="3" creationId="{37BAAE74-671C-4480-BED0-7A375CD5FDEC}"/>
          </ac:spMkLst>
        </pc:spChg>
        <pc:spChg chg="add del">
          <ac:chgData name="varitch.rodion.2@gmail.com" userId="e231b773860fb99d" providerId="LiveId" clId="{7C141C47-CFDB-4C99-802C-B46BE1370F14}" dt="2025-10-31T15:36:26.049" v="2523" actId="22"/>
          <ac:spMkLst>
            <pc:docMk/>
            <pc:sldMk cId="1445152808" sldId="263"/>
            <ac:spMk id="5" creationId="{867C70B2-78F0-4912-AF76-72C59C0FD828}"/>
          </ac:spMkLst>
        </pc:spChg>
      </pc:sldChg>
      <pc:sldChg chg="modSp new mod">
        <pc:chgData name="varitch.rodion.2@gmail.com" userId="e231b773860fb99d" providerId="LiveId" clId="{7C141C47-CFDB-4C99-802C-B46BE1370F14}" dt="2025-10-31T15:58:07.638" v="2894" actId="20577"/>
        <pc:sldMkLst>
          <pc:docMk/>
          <pc:sldMk cId="1665792776" sldId="264"/>
        </pc:sldMkLst>
        <pc:spChg chg="mod">
          <ac:chgData name="varitch.rodion.2@gmail.com" userId="e231b773860fb99d" providerId="LiveId" clId="{7C141C47-CFDB-4C99-802C-B46BE1370F14}" dt="2025-10-31T15:38:13.706" v="2557" actId="2711"/>
          <ac:spMkLst>
            <pc:docMk/>
            <pc:sldMk cId="1665792776" sldId="264"/>
            <ac:spMk id="2" creationId="{CAD4DEFC-1A75-46DC-91B8-3886C865CBEC}"/>
          </ac:spMkLst>
        </pc:spChg>
        <pc:spChg chg="mod">
          <ac:chgData name="varitch.rodion.2@gmail.com" userId="e231b773860fb99d" providerId="LiveId" clId="{7C141C47-CFDB-4C99-802C-B46BE1370F14}" dt="2025-10-31T15:58:07.638" v="2894" actId="20577"/>
          <ac:spMkLst>
            <pc:docMk/>
            <pc:sldMk cId="1665792776" sldId="264"/>
            <ac:spMk id="3" creationId="{4854415B-7DDC-46AF-9BF4-CCB2871E1C7D}"/>
          </ac:spMkLst>
        </pc:spChg>
      </pc:sldChg>
      <pc:sldChg chg="modSp new mod">
        <pc:chgData name="varitch.rodion.2@gmail.com" userId="e231b773860fb99d" providerId="LiveId" clId="{7C141C47-CFDB-4C99-802C-B46BE1370F14}" dt="2025-10-31T16:00:57.508" v="3121" actId="20577"/>
        <pc:sldMkLst>
          <pc:docMk/>
          <pc:sldMk cId="2985087564" sldId="265"/>
        </pc:sldMkLst>
        <pc:spChg chg="mod">
          <ac:chgData name="varitch.rodion.2@gmail.com" userId="e231b773860fb99d" providerId="LiveId" clId="{7C141C47-CFDB-4C99-802C-B46BE1370F14}" dt="2025-10-31T15:59:20.623" v="2897" actId="14100"/>
          <ac:spMkLst>
            <pc:docMk/>
            <pc:sldMk cId="2985087564" sldId="265"/>
            <ac:spMk id="2" creationId="{7001EED1-9AA0-444E-81EF-72B134C21135}"/>
          </ac:spMkLst>
        </pc:spChg>
        <pc:spChg chg="mod">
          <ac:chgData name="varitch.rodion.2@gmail.com" userId="e231b773860fb99d" providerId="LiveId" clId="{7C141C47-CFDB-4C99-802C-B46BE1370F14}" dt="2025-10-31T16:00:57.508" v="3121" actId="20577"/>
          <ac:spMkLst>
            <pc:docMk/>
            <pc:sldMk cId="2985087564" sldId="265"/>
            <ac:spMk id="3" creationId="{E63B6720-BD36-41B1-84F6-76F41368A69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534B70-5B01-4EB6-BAAB-6FAE21D96D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CF4F521-9F99-4F82-A87E-6F4130645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8F7314-5531-4F16-AE35-CE98E32D7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BDCAE-B454-47B1-B95B-81077603D6AC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72FA64-0B7B-4232-B4F6-0DD0FD7B4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7D80FD-F090-4BDD-B97B-804FF7B5D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0F30D-9C7C-4414-8F44-30772169F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362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35E016-4483-4D5D-8392-6422C8A99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82AFAC-8ABA-456D-9FD3-A950ABAB0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8221AA-F9DE-48F5-8E2F-880EFDD6C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BDCAE-B454-47B1-B95B-81077603D6AC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DD7B3B-9C42-4833-AB87-0ADA72424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853892-D169-4257-B9C2-87E069A16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0F30D-9C7C-4414-8F44-30772169F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793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559B4E-2554-4B80-88D9-8D9057B9D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17BD20-F9DD-4B27-9A39-D3EDA0146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AA7EA1-FDE6-438E-94B5-3E28AF171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BDCAE-B454-47B1-B95B-81077603D6AC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5E5059-25FF-46A1-97BE-C9E53192A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4BD9BE-BBC5-4488-9BDF-B134FBEC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0F30D-9C7C-4414-8F44-30772169F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4743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414FE-99D2-4ED0-B36F-FBEB409E3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8C8C92-CA14-4D0F-978D-0B84F7334C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48E54F9-F522-4D9A-AFD5-27D8F5A8FA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73708BD-CCBE-4F05-BFF2-6EF074A26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BDCAE-B454-47B1-B95B-81077603D6AC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2215CD-99AF-4D39-A2B6-86F9D12DB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D7FBA0A-FF96-4153-875A-7E89038C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0F30D-9C7C-4414-8F44-30772169F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3314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C9DCD2-D805-4669-86D3-FD72C5977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7FA0B4-8617-4B30-A36D-0A23C2968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9F0F82E-5D0C-4F09-A18C-B729A54D0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E055A9-758B-4D80-87AF-617F306FF8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F60FD22-5907-4C57-BAFC-013AC0DC3E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1086B28-0886-40B8-BA4E-7CF0C9784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BDCAE-B454-47B1-B95B-81077603D6AC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0F27AD0-3716-42B5-BEF9-20FF8E446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04FDA21-E904-4D5F-9C08-BC92C27EF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0F30D-9C7C-4414-8F44-30772169F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9306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65AEA3-B024-4571-B033-57A57D5CD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DD5553B-A30D-45BE-9F9A-9A31216AB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BDCAE-B454-47B1-B95B-81077603D6AC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67D45F3-4523-4F2F-9AF6-257A794FB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19FD723-9F03-44E8-B5D7-BEB413B79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0F30D-9C7C-4414-8F44-30772169F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348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A7B4F74-1D9A-4433-8CC6-50D7FDC4C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BDCAE-B454-47B1-B95B-81077603D6AC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69E8B72-07C6-44DA-894B-BEBBD11FB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E505D4-5553-4812-B83E-7748ABC7C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0F30D-9C7C-4414-8F44-30772169F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8100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E7BA7D-BD55-4F88-B4CD-3C0AF775F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8D6665-E351-40AE-B747-7445220B3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DD70C3-99DB-4074-832A-7D68F49B6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E7A7B94-8818-4D38-9ED4-87B6974F7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BDCAE-B454-47B1-B95B-81077603D6AC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CE0D02-9BF3-4461-AEDF-BE843976B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C0422C-2B1E-4694-B99A-FEBFB1FB5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0F30D-9C7C-4414-8F44-30772169F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24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C267DF-527C-4EFF-B7D5-5B087E565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C89B4B8-BA9E-4A5E-832E-92A35A5F34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AF72D6-ECD9-47ED-B353-355C98D4B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5878A5-722A-438F-9306-50E4794D1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BDCAE-B454-47B1-B95B-81077603D6AC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6D48EF-5EF2-4024-ADC2-4D39F65AF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233C23-A299-45CF-B93A-D7A13295B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0F30D-9C7C-4414-8F44-30772169F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349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BCD0D6-4C15-4608-BEC3-09A762B19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6F17A7D-B8CB-42F9-8DCC-766B573FC1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DC8C9B-76DF-48F8-A49F-1260D39D7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BDCAE-B454-47B1-B95B-81077603D6AC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7F6348-E697-408B-AA9A-AD8089932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4F4490-C29D-48C4-9936-44DA53E96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0F30D-9C7C-4414-8F44-30772169F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762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A50173E-C239-4E40-B3EC-DA84DBC63C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3EA36D6-FA7F-4A51-A986-3A91671537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03ABCF-9580-4C57-A534-97557E27A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BDCAE-B454-47B1-B95B-81077603D6AC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19C15C-C600-4790-AAEA-43B301E2C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280488-AAAD-4DAA-8C14-30F20FDFD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0F30D-9C7C-4414-8F44-30772169F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755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5A6D66-6CC8-41C6-AFB5-65AAD59F7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F4186D-7969-40EA-B395-4B66CFDF5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0CA094-BDCA-4423-94C7-AD405791DE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BDCAE-B454-47B1-B95B-81077603D6AC}" type="datetimeFigureOut">
              <a:rPr lang="ru-RU" smtClean="0"/>
              <a:t>31.10.2025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B603BB-A100-4E57-A95E-0BC878FC75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921F69-DFCE-4374-8E36-D6F5433A76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0F30D-9C7C-4414-8F44-30772169FD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2678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08F962-D33B-4B61-A772-81F168E543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ru-RU" b="1" dirty="0"/>
              <a:t>Умные указатели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7046FAE-C587-453B-BCA1-DBC7F8E276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840448"/>
            <a:ext cx="9144000" cy="417352"/>
          </a:xfrm>
        </p:spPr>
        <p:txBody>
          <a:bodyPr>
            <a:normAutofit lnSpcReduction="10000"/>
          </a:bodyPr>
          <a:lstStyle/>
          <a:p>
            <a:pPr algn="r"/>
            <a:r>
              <a:rPr lang="ru-RU" dirty="0"/>
              <a:t>31.10.2025</a:t>
            </a:r>
          </a:p>
        </p:txBody>
      </p:sp>
    </p:spTree>
    <p:extLst>
      <p:ext uri="{BB962C8B-B14F-4D97-AF65-F5344CB8AC3E}">
        <p14:creationId xmlns:p14="http://schemas.microsoft.com/office/powerpoint/2010/main" val="1724689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95F7EC-FB82-45DD-96B4-1F83AF6DA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9174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Bahnschrift" panose="020B0502040204020203" pitchFamily="34" charset="0"/>
              </a:rPr>
              <a:t>Практика по лямбда-функциям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60F27E-BAA1-474B-BFB9-4E483C5A1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5118"/>
            <a:ext cx="10515600" cy="49518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b="1" dirty="0"/>
              <a:t>Задание 1</a:t>
            </a:r>
          </a:p>
          <a:p>
            <a:pPr marL="0" indent="0" algn="just">
              <a:buNone/>
            </a:pPr>
            <a:r>
              <a:rPr lang="ru-RU" dirty="0"/>
              <a:t>Фильтрация чётных чисел. Дан вектор целых чисел. Создать новый вектор, куда попадут только чётные элементы исходного вектора. Использовать алгоритм </a:t>
            </a:r>
            <a:r>
              <a:rPr lang="en-US" dirty="0" err="1">
                <a:solidFill>
                  <a:srgbClr val="0066CC"/>
                </a:solidFill>
                <a:latin typeface="Consolas" panose="020B0609020204030204" pitchFamily="49" charset="0"/>
              </a:rPr>
              <a:t>copy_if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endParaRPr lang="en-US" dirty="0"/>
          </a:p>
          <a:p>
            <a:pPr marL="0" indent="0" algn="just">
              <a:buNone/>
            </a:pPr>
            <a:r>
              <a:rPr lang="ru-RU" dirty="0"/>
              <a:t>Синтаксис </a:t>
            </a:r>
            <a:r>
              <a:rPr lang="en-US" dirty="0" err="1">
                <a:solidFill>
                  <a:srgbClr val="0066CC"/>
                </a:solidFill>
                <a:latin typeface="Consolas" panose="020B0609020204030204" pitchFamily="49" charset="0"/>
              </a:rPr>
              <a:t>copy_if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b="1" dirty="0">
                <a:latin typeface="Consolas" panose="020B0609020204030204" pitchFamily="49" charset="0"/>
              </a:rPr>
              <a:t>:</a:t>
            </a:r>
            <a:endParaRPr lang="ru-RU" b="1" dirty="0"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r>
              <a:rPr lang="en-US" sz="2400" b="1" dirty="0">
                <a:latin typeface="Consolas" panose="020B0609020204030204" pitchFamily="49" charset="0"/>
              </a:rPr>
              <a:t>std::</a:t>
            </a:r>
            <a:r>
              <a:rPr lang="en-US" sz="2400" b="1" dirty="0" err="1">
                <a:latin typeface="Consolas" panose="020B0609020204030204" pitchFamily="49" charset="0"/>
              </a:rPr>
              <a:t>copy_if</a:t>
            </a:r>
            <a:r>
              <a:rPr lang="en-US" sz="2400" b="1" dirty="0">
                <a:latin typeface="Consolas" panose="020B0609020204030204" pitchFamily="49" charset="0"/>
              </a:rPr>
              <a:t>(</a:t>
            </a:r>
            <a:r>
              <a:rPr lang="ru-RU" sz="2400" b="1" dirty="0" err="1">
                <a:latin typeface="Consolas" panose="020B0609020204030204" pitchFamily="49" charset="0"/>
              </a:rPr>
              <a:t>исход.вектор</a:t>
            </a:r>
            <a:r>
              <a:rPr lang="ru-RU" sz="2400" b="1" dirty="0">
                <a:latin typeface="Consolas" panose="020B0609020204030204" pitchFamily="49" charset="0"/>
              </a:rPr>
              <a:t>.</a:t>
            </a:r>
            <a:r>
              <a:rPr lang="en-US" sz="2400" b="1" dirty="0">
                <a:latin typeface="Consolas" panose="020B0609020204030204" pitchFamily="49" charset="0"/>
              </a:rPr>
              <a:t>begin(), </a:t>
            </a:r>
            <a:r>
              <a:rPr lang="ru-RU" sz="2400" b="1" dirty="0" err="1">
                <a:latin typeface="Consolas" panose="020B0609020204030204" pitchFamily="49" charset="0"/>
              </a:rPr>
              <a:t>исход.вектор</a:t>
            </a:r>
            <a:r>
              <a:rPr lang="ru-RU" sz="2400" b="1" dirty="0">
                <a:latin typeface="Consolas" panose="020B0609020204030204" pitchFamily="49" charset="0"/>
              </a:rPr>
              <a:t>.</a:t>
            </a:r>
            <a:r>
              <a:rPr lang="en-US" sz="2400" b="1" dirty="0">
                <a:latin typeface="Consolas" panose="020B0609020204030204" pitchFamily="49" charset="0"/>
              </a:rPr>
              <a:t>end(),</a:t>
            </a:r>
          </a:p>
          <a:p>
            <a:pPr marL="0" indent="0" algn="just">
              <a:buNone/>
            </a:pPr>
            <a:r>
              <a:rPr lang="en-US" sz="2400" b="1" dirty="0">
                <a:latin typeface="Consolas" panose="020B0609020204030204" pitchFamily="49" charset="0"/>
              </a:rPr>
              <a:t>             </a:t>
            </a:r>
            <a:r>
              <a:rPr lang="ru-RU" sz="2400" b="1" dirty="0" err="1">
                <a:latin typeface="Consolas" panose="020B0609020204030204" pitchFamily="49" charset="0"/>
              </a:rPr>
              <a:t>резул.вектор</a:t>
            </a:r>
            <a:r>
              <a:rPr lang="ru-RU" sz="2400" b="1" dirty="0">
                <a:latin typeface="Consolas" panose="020B0609020204030204" pitchFamily="49" charset="0"/>
              </a:rPr>
              <a:t>.</a:t>
            </a:r>
            <a:r>
              <a:rPr lang="en-US" sz="2400" b="1" dirty="0">
                <a:latin typeface="Consolas" panose="020B0609020204030204" pitchFamily="49" charset="0"/>
              </a:rPr>
              <a:t>begin(), </a:t>
            </a:r>
            <a:r>
              <a:rPr lang="ru-RU" sz="2400" b="1" dirty="0">
                <a:latin typeface="Consolas" panose="020B0609020204030204" pitchFamily="49" charset="0"/>
              </a:rPr>
              <a:t>лямбда-функция</a:t>
            </a:r>
            <a:r>
              <a:rPr lang="en-US" sz="2400" b="1" dirty="0">
                <a:latin typeface="Consolas" panose="020B0609020204030204" pitchFamily="49" charset="0"/>
              </a:rPr>
              <a:t>)</a:t>
            </a:r>
            <a:endParaRPr lang="ru-RU" sz="2400" b="1" dirty="0"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endParaRPr lang="ru-RU" sz="2400" dirty="0"/>
          </a:p>
          <a:p>
            <a:pPr marL="0" indent="0" algn="r">
              <a:buNone/>
            </a:pPr>
            <a:r>
              <a:rPr lang="ru-RU" sz="2000" dirty="0"/>
              <a:t>Синтаксис лямбда-функции: </a:t>
            </a:r>
            <a:r>
              <a:rPr lang="en-US" sz="2000" dirty="0"/>
              <a:t>[</a:t>
            </a:r>
            <a:r>
              <a:rPr lang="ru-RU" sz="2000" dirty="0"/>
              <a:t>захват</a:t>
            </a:r>
            <a:r>
              <a:rPr lang="en-US" sz="2000" dirty="0"/>
              <a:t>](</a:t>
            </a:r>
            <a:r>
              <a:rPr lang="ru-RU" sz="2000" dirty="0"/>
              <a:t>параметры</a:t>
            </a:r>
            <a:r>
              <a:rPr lang="en-US" sz="2000" dirty="0"/>
              <a:t>)</a:t>
            </a:r>
            <a:r>
              <a:rPr lang="ru-RU" sz="2000" dirty="0"/>
              <a:t> </a:t>
            </a:r>
            <a:r>
              <a:rPr lang="en-US" sz="2000" dirty="0"/>
              <a:t>-&gt; </a:t>
            </a:r>
            <a:r>
              <a:rPr lang="ru-RU" sz="2000" i="1" dirty="0" err="1"/>
              <a:t>возвр_тип</a:t>
            </a:r>
            <a:r>
              <a:rPr lang="ru-RU" sz="2000" dirty="0"/>
              <a:t> </a:t>
            </a:r>
            <a:r>
              <a:rPr lang="en-US" sz="2000" dirty="0"/>
              <a:t>{</a:t>
            </a:r>
            <a:r>
              <a:rPr lang="ru-RU" sz="2000" dirty="0"/>
              <a:t>тело функции</a:t>
            </a:r>
            <a:r>
              <a:rPr lang="en-US" sz="2000" dirty="0"/>
              <a:t>}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917268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2376F7-E641-469F-A9EC-CA3C09520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4685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Bahnschrift" panose="020B0502040204020203" pitchFamily="34" charset="0"/>
              </a:rPr>
              <a:t>Практика по лямбда-функциям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4DDAF0-581B-4262-8AAA-3045BB92C5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4097"/>
            <a:ext cx="10515600" cy="50228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b="1" dirty="0"/>
              <a:t>Задание 2</a:t>
            </a:r>
          </a:p>
          <a:p>
            <a:pPr marL="0" indent="0" algn="just">
              <a:buNone/>
            </a:pPr>
            <a:r>
              <a:rPr lang="ru-RU" dirty="0"/>
              <a:t>Удалить отрицательные числа в векторе с помощью комбинации </a:t>
            </a:r>
            <a:r>
              <a:rPr lang="en-US" dirty="0">
                <a:solidFill>
                  <a:srgbClr val="0066CC"/>
                </a:solidFill>
                <a:latin typeface="Consolas" panose="020B0609020204030204" pitchFamily="49" charset="0"/>
              </a:rPr>
              <a:t>std::</a:t>
            </a:r>
            <a:r>
              <a:rPr lang="en-US" dirty="0" err="1">
                <a:solidFill>
                  <a:srgbClr val="0066CC"/>
                </a:solidFill>
                <a:latin typeface="Consolas" panose="020B0609020204030204" pitchFamily="49" charset="0"/>
              </a:rPr>
              <a:t>remove_if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lang="en-US" dirty="0">
                <a:solidFill>
                  <a:srgbClr val="0066CC"/>
                </a:solidFill>
                <a:latin typeface="Consolas" panose="020B0609020204030204" pitchFamily="49" charset="0"/>
              </a:rPr>
              <a:t>std::erase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 </a:t>
            </a:r>
            <a:r>
              <a:rPr lang="ru-RU" dirty="0"/>
              <a:t>и лямбда-функции.</a:t>
            </a:r>
          </a:p>
          <a:p>
            <a:pPr marL="0" indent="0" algn="just">
              <a:buNone/>
            </a:pPr>
            <a:r>
              <a:rPr lang="ru-RU" sz="2400" dirty="0"/>
              <a:t>Подсказка:</a:t>
            </a:r>
          </a:p>
          <a:p>
            <a:pPr marL="0" indent="0" algn="just">
              <a:buNone/>
            </a:pPr>
            <a:r>
              <a:rPr lang="ru-RU" sz="2400" dirty="0"/>
              <a:t>	</a:t>
            </a:r>
            <a:r>
              <a:rPr lang="en-US" sz="2400" dirty="0">
                <a:solidFill>
                  <a:srgbClr val="0066CC"/>
                </a:solidFill>
                <a:latin typeface="Consolas" panose="020B0609020204030204" pitchFamily="49" charset="0"/>
              </a:rPr>
              <a:t>std::</a:t>
            </a:r>
            <a:r>
              <a:rPr lang="en-US" sz="2400" dirty="0" err="1">
                <a:solidFill>
                  <a:srgbClr val="0066CC"/>
                </a:solidFill>
                <a:latin typeface="Consolas" panose="020B0609020204030204" pitchFamily="49" charset="0"/>
              </a:rPr>
              <a:t>remove_if</a:t>
            </a:r>
            <a:r>
              <a:rPr lang="en-US" sz="2400" dirty="0">
                <a:latin typeface="Consolas" panose="020B0609020204030204" pitchFamily="49" charset="0"/>
              </a:rPr>
              <a:t>()</a:t>
            </a:r>
            <a:r>
              <a:rPr lang="ru-RU" sz="2400" dirty="0">
                <a:latin typeface="Consolas" panose="020B0609020204030204" pitchFamily="49" charset="0"/>
              </a:rPr>
              <a:t> не удаляет элементы! Он переставляет элементы, </a:t>
            </a:r>
            <a:r>
              <a:rPr lang="ru-RU" sz="2400" u="sng" dirty="0">
                <a:latin typeface="Consolas" panose="020B0609020204030204" pitchFamily="49" charset="0"/>
              </a:rPr>
              <a:t>неудовлетворяющие</a:t>
            </a:r>
            <a:r>
              <a:rPr lang="ru-RU" sz="2400" dirty="0">
                <a:latin typeface="Consolas" panose="020B0609020204030204" pitchFamily="49" charset="0"/>
              </a:rPr>
              <a:t> условию в </a:t>
            </a:r>
            <a:r>
              <a:rPr lang="ru-RU" sz="2400" u="sng" dirty="0">
                <a:latin typeface="Consolas" panose="020B0609020204030204" pitchFamily="49" charset="0"/>
              </a:rPr>
              <a:t>начало</a:t>
            </a:r>
            <a:r>
              <a:rPr lang="ru-RU" sz="2400" dirty="0">
                <a:latin typeface="Consolas" panose="020B0609020204030204" pitchFamily="49" charset="0"/>
              </a:rPr>
              <a:t> вектора</a:t>
            </a:r>
            <a:r>
              <a:rPr lang="en-US" sz="2400" dirty="0">
                <a:latin typeface="Consolas" panose="020B0609020204030204" pitchFamily="49" charset="0"/>
              </a:rPr>
              <a:t>. </a:t>
            </a:r>
            <a:r>
              <a:rPr lang="ru-RU" sz="2400" dirty="0">
                <a:latin typeface="Consolas" panose="020B0609020204030204" pitchFamily="49" charset="0"/>
              </a:rPr>
              <a:t>Возвращает итератор, указывающий на начало половины вектора с элементами, удовлетворяющими условию</a:t>
            </a:r>
          </a:p>
          <a:p>
            <a:pPr marL="0" indent="0" algn="just">
              <a:buNone/>
            </a:pPr>
            <a:r>
              <a:rPr lang="ru-RU" sz="2400" dirty="0">
                <a:latin typeface="Consolas" panose="020B0609020204030204" pitchFamily="49" charset="0"/>
              </a:rPr>
              <a:t>	</a:t>
            </a:r>
            <a:r>
              <a:rPr lang="en-US" sz="2400" dirty="0">
                <a:solidFill>
                  <a:srgbClr val="0066CC"/>
                </a:solidFill>
                <a:latin typeface="Consolas" panose="020B0609020204030204" pitchFamily="49" charset="0"/>
              </a:rPr>
              <a:t>std::erase</a:t>
            </a:r>
            <a:r>
              <a:rPr lang="en-US" sz="2400" dirty="0">
                <a:latin typeface="Consolas" panose="020B0609020204030204" pitchFamily="49" charset="0"/>
              </a:rPr>
              <a:t>() </a:t>
            </a:r>
            <a:r>
              <a:rPr lang="ru-RU" sz="2400" dirty="0">
                <a:latin typeface="Consolas" panose="020B0609020204030204" pitchFamily="49" charset="0"/>
              </a:rPr>
              <a:t>удаляет элементы в диапазоне, заданном итераторами</a:t>
            </a:r>
          </a:p>
          <a:p>
            <a:pPr marL="0" indent="0" algn="just">
              <a:buNone/>
            </a:pPr>
            <a:endParaRPr lang="ru-RU" sz="2400" dirty="0">
              <a:latin typeface="Consolas" panose="020B0609020204030204" pitchFamily="49" charset="0"/>
            </a:endParaRPr>
          </a:p>
          <a:p>
            <a:pPr marL="0" indent="0" algn="r">
              <a:buNone/>
            </a:pPr>
            <a:r>
              <a:rPr lang="ru-RU" sz="2000" dirty="0"/>
              <a:t>Синтаксис лямбда-функции: </a:t>
            </a:r>
            <a:r>
              <a:rPr lang="en-US" sz="2000" dirty="0"/>
              <a:t>[</a:t>
            </a:r>
            <a:r>
              <a:rPr lang="ru-RU" sz="2000" dirty="0"/>
              <a:t>захват</a:t>
            </a:r>
            <a:r>
              <a:rPr lang="en-US" sz="2000" dirty="0"/>
              <a:t>](</a:t>
            </a:r>
            <a:r>
              <a:rPr lang="ru-RU" sz="2000" dirty="0"/>
              <a:t>параметры</a:t>
            </a:r>
            <a:r>
              <a:rPr lang="en-US" sz="2000" dirty="0"/>
              <a:t>)</a:t>
            </a:r>
            <a:r>
              <a:rPr lang="ru-RU" sz="2000" dirty="0"/>
              <a:t> </a:t>
            </a:r>
            <a:r>
              <a:rPr lang="en-US" sz="2000" dirty="0"/>
              <a:t>-&gt; </a:t>
            </a:r>
            <a:r>
              <a:rPr lang="ru-RU" sz="2000" i="1" dirty="0" err="1"/>
              <a:t>возвр_тип</a:t>
            </a:r>
            <a:r>
              <a:rPr lang="ru-RU" sz="2000" dirty="0"/>
              <a:t> </a:t>
            </a:r>
            <a:r>
              <a:rPr lang="en-US" sz="2000" dirty="0"/>
              <a:t>{</a:t>
            </a:r>
            <a:r>
              <a:rPr lang="ru-RU" sz="2000" dirty="0"/>
              <a:t>тело функции</a:t>
            </a:r>
            <a:r>
              <a:rPr lang="en-US" sz="2000" dirty="0"/>
              <a:t>}</a:t>
            </a:r>
            <a:endParaRPr lang="ru-RU" sz="2000" dirty="0"/>
          </a:p>
          <a:p>
            <a:pPr marL="0" indent="0" algn="just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21612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9B8060-DCB5-4441-8C83-6EEA8645B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7030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Bahnschrift" panose="020B0502040204020203" pitchFamily="34" charset="0"/>
              </a:rPr>
              <a:t>Умные указатели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3EACFF-0C56-4CD4-A627-BBF240336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4198"/>
            <a:ext cx="10515600" cy="5102765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Умные указатели являются удобной обёрткой над обычными указателями. Управление динамической памятью происходит автоматически</a:t>
            </a:r>
            <a:r>
              <a:rPr lang="en-US" dirty="0"/>
              <a:t> (</a:t>
            </a:r>
            <a:r>
              <a:rPr lang="ru-RU" dirty="0"/>
              <a:t>принцип </a:t>
            </a:r>
            <a:r>
              <a:rPr lang="en-US" dirty="0"/>
              <a:t>RAII)</a:t>
            </a:r>
            <a:r>
              <a:rPr lang="ru-RU" dirty="0"/>
              <a:t>:</a:t>
            </a:r>
          </a:p>
          <a:p>
            <a:pPr algn="just"/>
            <a:r>
              <a:rPr lang="ru-RU" dirty="0"/>
              <a:t>При инициализации объекта выделяются ресурсы в конструкторе</a:t>
            </a:r>
          </a:p>
          <a:p>
            <a:pPr algn="just"/>
            <a:r>
              <a:rPr lang="ru-RU" dirty="0"/>
              <a:t>При выходе из области видимости освобождают выделенные ресурсы с помощью деструктора</a:t>
            </a:r>
            <a:endParaRPr lang="en-US" dirty="0"/>
          </a:p>
          <a:p>
            <a:pPr marL="0" indent="0" algn="just">
              <a:buNone/>
            </a:pPr>
            <a:endParaRPr lang="ru-RU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RAII - </a:t>
            </a:r>
            <a:r>
              <a:rPr lang="en-US" b="0" i="0" dirty="0">
                <a:effectLst/>
              </a:rPr>
              <a:t>Resource Acquisition Is Initialization</a:t>
            </a:r>
            <a:endParaRPr lang="ru-RU" b="0" i="0" dirty="0">
              <a:effectLst/>
            </a:endParaRPr>
          </a:p>
          <a:p>
            <a:pPr marL="0" indent="0" algn="just">
              <a:buNone/>
            </a:pPr>
            <a:r>
              <a:rPr lang="en-US" b="0" i="0" dirty="0">
                <a:effectLst/>
              </a:rPr>
              <a:t>(</a:t>
            </a:r>
            <a:r>
              <a:rPr lang="ru-RU" b="0" i="0" dirty="0">
                <a:effectLst/>
              </a:rPr>
              <a:t>пер. англ.: захват ресурсов должен быть инициализацией объекта</a:t>
            </a:r>
            <a:r>
              <a:rPr lang="en-US" b="0" i="0" dirty="0">
                <a:effectLst/>
              </a:rPr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3202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F01130-17CC-4DA8-8A33-C49C68D3E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590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Bahnschrift" panose="020B0502040204020203" pitchFamily="34" charset="0"/>
              </a:rPr>
              <a:t>std::</a:t>
            </a:r>
            <a:r>
              <a:rPr lang="en-US" dirty="0" err="1">
                <a:latin typeface="Bahnschrift" panose="020B0502040204020203" pitchFamily="34" charset="0"/>
              </a:rPr>
              <a:t>auto_ptr</a:t>
            </a:r>
            <a:endParaRPr lang="ru-RU" dirty="0">
              <a:latin typeface="Bahnschrift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B057B2-2012-4C68-B663-A902DDF16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9709"/>
            <a:ext cx="10515600" cy="5067254"/>
          </a:xfrm>
        </p:spPr>
        <p:txBody>
          <a:bodyPr/>
          <a:lstStyle/>
          <a:p>
            <a:r>
              <a:rPr lang="ru-RU" dirty="0"/>
              <a:t>Введён в стандарт </a:t>
            </a:r>
            <a:r>
              <a:rPr lang="en-US" dirty="0"/>
              <a:t>C++98</a:t>
            </a:r>
          </a:p>
          <a:p>
            <a:r>
              <a:rPr lang="ru-RU" dirty="0"/>
              <a:t>Удалён из стандарта, начиная с </a:t>
            </a:r>
            <a:r>
              <a:rPr lang="en-US" dirty="0"/>
              <a:t>C++17</a:t>
            </a:r>
            <a:r>
              <a:rPr lang="ru-RU" dirty="0"/>
              <a:t> (считается устаревшим)</a:t>
            </a:r>
          </a:p>
          <a:p>
            <a:r>
              <a:rPr lang="ru-RU" dirty="0"/>
              <a:t>Главная особенность – передача владения при копировании (что оказалось очень неудачным)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std::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auto_ptr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p1(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(5));</a:t>
            </a:r>
          </a:p>
          <a:p>
            <a:pPr marL="0" indent="0">
              <a:buNone/>
            </a:pPr>
            <a:r>
              <a:rPr lang="ru-RU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</a:t>
            </a: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</a:t>
            </a:r>
            <a:r>
              <a:rPr lang="ru-RU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auto_ptr</a:t>
            </a: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ru-RU" sz="1800" dirty="0" err="1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p2 = p1; </a:t>
            </a:r>
            <a:r>
              <a:rPr lang="ru-RU" sz="18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p1 обнуляется, владение передано p2</a:t>
            </a:r>
            <a:endParaRPr lang="ru-RU" dirty="0"/>
          </a:p>
          <a:p>
            <a:r>
              <a:rPr lang="ru-RU" dirty="0"/>
              <a:t>Как следствие, такой указатель тяжело использовать в </a:t>
            </a:r>
            <a:r>
              <a:rPr lang="en-US" dirty="0"/>
              <a:t>STL</a:t>
            </a:r>
          </a:p>
          <a:p>
            <a:r>
              <a:rPr lang="en-US" dirty="0"/>
              <a:t>auto</a:t>
            </a:r>
            <a:r>
              <a:rPr lang="ru-RU" dirty="0"/>
              <a:t>_</a:t>
            </a:r>
            <a:r>
              <a:rPr lang="en-US" dirty="0" err="1"/>
              <a:t>ptr</a:t>
            </a:r>
            <a:r>
              <a:rPr lang="en-US" dirty="0"/>
              <a:t> </a:t>
            </a:r>
            <a:r>
              <a:rPr lang="ru-RU" dirty="0"/>
              <a:t>не</a:t>
            </a:r>
            <a:r>
              <a:rPr lang="en-US" dirty="0"/>
              <a:t> </a:t>
            </a:r>
            <a:r>
              <a:rPr lang="ru-RU" dirty="0"/>
              <a:t>поддерживает работу с </a:t>
            </a:r>
            <a:r>
              <a:rPr lang="en-US" dirty="0" err="1"/>
              <a:t>nullptr</a:t>
            </a:r>
            <a:r>
              <a:rPr lang="en-US" dirty="0"/>
              <a:t> (</a:t>
            </a:r>
            <a:r>
              <a:rPr lang="ru-RU" dirty="0"/>
              <a:t>ибо последний появился только в </a:t>
            </a:r>
            <a:r>
              <a:rPr lang="en-US" dirty="0"/>
              <a:t>C++11)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2002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D88346-3A01-4748-B5CF-924454187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0194"/>
          </a:xfrm>
        </p:spPr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std::</a:t>
            </a:r>
            <a:r>
              <a:rPr lang="en-US" dirty="0" err="1">
                <a:latin typeface="Bahnschrift" panose="020B0502040204020203" pitchFamily="34" charset="0"/>
              </a:rPr>
              <a:t>unique_ptr</a:t>
            </a:r>
            <a:endParaRPr lang="ru-RU" dirty="0">
              <a:latin typeface="Bahnschrift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BB4DF5-AB22-4A26-8ABD-96097D0F0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1852"/>
            <a:ext cx="10515600" cy="4996233"/>
          </a:xfrm>
        </p:spPr>
        <p:txBody>
          <a:bodyPr/>
          <a:lstStyle/>
          <a:p>
            <a:r>
              <a:rPr lang="ru-RU" dirty="0"/>
              <a:t>Пришедший на замену </a:t>
            </a:r>
            <a:r>
              <a:rPr lang="en-US" dirty="0" err="1"/>
              <a:t>auto_ptr</a:t>
            </a:r>
            <a:r>
              <a:rPr lang="en-US" dirty="0"/>
              <a:t> </a:t>
            </a:r>
            <a:r>
              <a:rPr lang="ru-RU" dirty="0"/>
              <a:t>в версии </a:t>
            </a:r>
            <a:r>
              <a:rPr lang="en-US" dirty="0"/>
              <a:t>C++11</a:t>
            </a:r>
          </a:p>
          <a:p>
            <a:r>
              <a:rPr lang="ru-RU" dirty="0"/>
              <a:t>Только один указатель может владеть определённым объектом</a:t>
            </a:r>
          </a:p>
          <a:p>
            <a:r>
              <a:rPr lang="ru-RU" dirty="0"/>
              <a:t>Конструктор копирования удалён</a:t>
            </a:r>
            <a:endParaRPr lang="en-US" dirty="0"/>
          </a:p>
          <a:p>
            <a:r>
              <a:rPr lang="ru-RU" dirty="0"/>
              <a:t>Используется только конструктор перемещения (</a:t>
            </a:r>
            <a:r>
              <a:rPr lang="en-US" dirty="0"/>
              <a:t>move-</a:t>
            </a:r>
            <a:r>
              <a:rPr lang="ru-RU" dirty="0"/>
              <a:t>семантика)</a:t>
            </a:r>
            <a:endParaRPr lang="en-US" dirty="0"/>
          </a:p>
          <a:p>
            <a:r>
              <a:rPr lang="ru-RU" dirty="0"/>
              <a:t>Очевидно, поддерживает </a:t>
            </a:r>
            <a:r>
              <a:rPr lang="en-US" dirty="0" err="1"/>
              <a:t>nullptr</a:t>
            </a:r>
            <a:r>
              <a:rPr lang="ru-RU" dirty="0"/>
              <a:t> и</a:t>
            </a:r>
            <a:r>
              <a:rPr lang="en-US" dirty="0"/>
              <a:t> </a:t>
            </a:r>
            <a:r>
              <a:rPr lang="ru-RU" dirty="0"/>
              <a:t>работу с </a:t>
            </a:r>
            <a:r>
              <a:rPr lang="en-US" dirty="0"/>
              <a:t>STL</a:t>
            </a:r>
            <a:endParaRPr lang="ru-RU" dirty="0"/>
          </a:p>
          <a:p>
            <a:pPr algn="just"/>
            <a:r>
              <a:rPr lang="ru-RU" dirty="0"/>
              <a:t>Совместимость со старым кодом</a:t>
            </a:r>
            <a:r>
              <a:rPr lang="en-US" dirty="0"/>
              <a:t> (</a:t>
            </a:r>
            <a:r>
              <a:rPr lang="ru-RU" dirty="0"/>
              <a:t>можно получить сырые указатели с помощью </a:t>
            </a:r>
            <a:r>
              <a:rPr lang="en-US" dirty="0"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0066CC"/>
                </a:solidFill>
                <a:latin typeface="Consolas" panose="020B0609020204030204" pitchFamily="49" charset="0"/>
              </a:rPr>
              <a:t>get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.  </a:t>
            </a:r>
            <a:r>
              <a:rPr lang="ru-RU" dirty="0"/>
              <a:t>Начиная со стандартов </a:t>
            </a:r>
            <a:r>
              <a:rPr lang="en-US" dirty="0"/>
              <a:t>C++17/C++20</a:t>
            </a:r>
            <a:r>
              <a:rPr lang="ru-RU" dirty="0"/>
              <a:t>, можно не использовать этот метод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Опасно хранить сырой указатель после уничтожения </a:t>
            </a:r>
            <a:r>
              <a:rPr lang="en-US" dirty="0" err="1"/>
              <a:t>unique_ptr</a:t>
            </a:r>
            <a:r>
              <a:rPr lang="en-US" dirty="0"/>
              <a:t>! </a:t>
            </a:r>
            <a:r>
              <a:rPr lang="ru-RU" dirty="0"/>
              <a:t>Он становится «висячим»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6955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5075FF-8B5D-4391-B491-28A56EA6D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3359"/>
          </a:xfrm>
        </p:spPr>
        <p:txBody>
          <a:bodyPr>
            <a:norm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std::</a:t>
            </a:r>
            <a:r>
              <a:rPr lang="en-US" dirty="0" err="1">
                <a:latin typeface="Bahnschrift" panose="020B0502040204020203" pitchFamily="34" charset="0"/>
              </a:rPr>
              <a:t>unique_ptr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BAAE74-671C-4480-BED0-7A375CD5F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1650"/>
            <a:ext cx="10515600" cy="484531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Задание</a:t>
            </a:r>
            <a:r>
              <a:rPr lang="en-US" dirty="0"/>
              <a:t>. </a:t>
            </a:r>
            <a:r>
              <a:rPr lang="ru-RU" dirty="0"/>
              <a:t>Создать класс </a:t>
            </a:r>
            <a:r>
              <a:rPr lang="en-US" dirty="0"/>
              <a:t>Box:</a:t>
            </a:r>
          </a:p>
          <a:p>
            <a:r>
              <a:rPr lang="ru-RU" dirty="0"/>
              <a:t>В классе одно поле – </a:t>
            </a:r>
            <a:r>
              <a:rPr lang="en-US" dirty="0"/>
              <a:t>int value</a:t>
            </a:r>
          </a:p>
          <a:p>
            <a:r>
              <a:rPr lang="ru-RU" dirty="0"/>
              <a:t>Написать конструктор с передачей </a:t>
            </a:r>
            <a:r>
              <a:rPr lang="en-US" dirty="0"/>
              <a:t>value</a:t>
            </a:r>
            <a:r>
              <a:rPr lang="ru-RU" dirty="0"/>
              <a:t> и с сообщением о вызове конструктора</a:t>
            </a:r>
            <a:endParaRPr lang="en-US" dirty="0"/>
          </a:p>
          <a:p>
            <a:r>
              <a:rPr lang="ru-RU" dirty="0"/>
              <a:t>Написать</a:t>
            </a:r>
            <a:r>
              <a:rPr lang="en-US" dirty="0"/>
              <a:t> </a:t>
            </a:r>
            <a:r>
              <a:rPr lang="ru-RU" dirty="0"/>
              <a:t>деструктор с сообщением о вызове деструктора</a:t>
            </a:r>
          </a:p>
          <a:p>
            <a:r>
              <a:rPr lang="ru-RU" dirty="0"/>
              <a:t>Объявить и инициализировать указатель </a:t>
            </a:r>
            <a:r>
              <a:rPr lang="en-US" dirty="0" err="1"/>
              <a:t>unique_ptr</a:t>
            </a:r>
            <a:r>
              <a:rPr lang="en-US" dirty="0"/>
              <a:t> </a:t>
            </a:r>
            <a:r>
              <a:rPr lang="ru-RU" dirty="0"/>
              <a:t>с помощью </a:t>
            </a:r>
            <a:r>
              <a:rPr lang="en-US" dirty="0"/>
              <a:t>std::</a:t>
            </a:r>
            <a:r>
              <a:rPr lang="en-US" dirty="0" err="1"/>
              <a:t>make_unique</a:t>
            </a:r>
            <a:r>
              <a:rPr lang="en-US" dirty="0"/>
              <a:t>&lt;&gt;()</a:t>
            </a:r>
            <a:r>
              <a:rPr lang="ru-RU" dirty="0"/>
              <a:t>. Вывести содержимое указателя</a:t>
            </a:r>
            <a:endParaRPr lang="en-US" dirty="0"/>
          </a:p>
          <a:p>
            <a:r>
              <a:rPr lang="ru-RU" dirty="0"/>
              <a:t>Совершить передачу владения другим объектом второму указателю </a:t>
            </a:r>
            <a:r>
              <a:rPr lang="en-US" dirty="0" err="1"/>
              <a:t>unique_ptr</a:t>
            </a:r>
            <a:r>
              <a:rPr lang="en-US" dirty="0"/>
              <a:t> (std::move)</a:t>
            </a:r>
          </a:p>
          <a:p>
            <a:r>
              <a:rPr lang="ru-RU" dirty="0"/>
              <a:t>Вывести содержимое обоих указателей</a:t>
            </a:r>
          </a:p>
        </p:txBody>
      </p:sp>
    </p:spTree>
    <p:extLst>
      <p:ext uri="{BB962C8B-B14F-4D97-AF65-F5344CB8AC3E}">
        <p14:creationId xmlns:p14="http://schemas.microsoft.com/office/powerpoint/2010/main" val="1445152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D4DEFC-1A75-46DC-91B8-3886C865C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2137"/>
          </a:xfrm>
        </p:spPr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std::</a:t>
            </a:r>
            <a:r>
              <a:rPr lang="en-US" dirty="0" err="1">
                <a:latin typeface="Bahnschrift" panose="020B0502040204020203" pitchFamily="34" charset="0"/>
              </a:rPr>
              <a:t>shared_ptr</a:t>
            </a:r>
            <a:endParaRPr lang="ru-RU" dirty="0">
              <a:latin typeface="Bahnschrift" panose="020B0502040204020203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54415B-7DDC-46AF-9BF4-CCB2871E1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87262"/>
            <a:ext cx="10515600" cy="4889701"/>
          </a:xfrm>
        </p:spPr>
        <p:txBody>
          <a:bodyPr/>
          <a:lstStyle/>
          <a:p>
            <a:pPr algn="just"/>
            <a:r>
              <a:rPr lang="ru-RU" dirty="0"/>
              <a:t>Совместное владение</a:t>
            </a:r>
          </a:p>
          <a:p>
            <a:pPr algn="just"/>
            <a:r>
              <a:rPr lang="ru-RU" dirty="0"/>
              <a:t>Объект уничтожается, когда последний указатель выходит из области видимости</a:t>
            </a:r>
          </a:p>
          <a:p>
            <a:pPr algn="just"/>
            <a:r>
              <a:rPr lang="ru-RU" dirty="0"/>
              <a:t>Опасность в циклических ссылках (два объекта ссылаются друг на друга посредством </a:t>
            </a:r>
            <a:r>
              <a:rPr lang="en-US" dirty="0"/>
              <a:t>std::</a:t>
            </a:r>
            <a:r>
              <a:rPr lang="en-US" dirty="0" err="1"/>
              <a:t>shared_ptr</a:t>
            </a:r>
            <a:r>
              <a:rPr lang="ru-RU" dirty="0"/>
              <a:t>)</a:t>
            </a:r>
            <a:endParaRPr lang="en-US" dirty="0"/>
          </a:p>
          <a:p>
            <a:pPr algn="just"/>
            <a:r>
              <a:rPr lang="ru-RU" dirty="0"/>
              <a:t>Накладные расходы ввиду создания счётчика владения (метод </a:t>
            </a:r>
            <a:r>
              <a:rPr lang="en-US" dirty="0"/>
              <a:t>.</a:t>
            </a:r>
            <a:r>
              <a:rPr lang="en-US" dirty="0" err="1"/>
              <a:t>use_count</a:t>
            </a:r>
            <a:r>
              <a:rPr lang="en-US" dirty="0"/>
              <a:t>()</a:t>
            </a:r>
            <a:r>
              <a:rPr lang="ru-RU" dirty="0"/>
              <a:t>)</a:t>
            </a:r>
            <a:endParaRPr lang="en-US" dirty="0"/>
          </a:p>
          <a:p>
            <a:pPr algn="just"/>
            <a:endParaRPr lang="en-US" dirty="0"/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5792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1EED1-9AA0-444E-81EF-72B134C21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360"/>
          </a:xfrm>
        </p:spPr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std::</a:t>
            </a:r>
            <a:r>
              <a:rPr lang="en-US" dirty="0" err="1">
                <a:latin typeface="Bahnschrift" panose="020B0502040204020203" pitchFamily="34" charset="0"/>
              </a:rPr>
              <a:t>shared_ptr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3B6720-BD36-41B1-84F6-76F41368A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470"/>
            <a:ext cx="10515600" cy="46144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Задание</a:t>
            </a:r>
            <a:r>
              <a:rPr lang="en-US" dirty="0"/>
              <a:t>. </a:t>
            </a:r>
            <a:r>
              <a:rPr lang="ru-RU" dirty="0"/>
              <a:t>Создать класс </a:t>
            </a:r>
            <a:r>
              <a:rPr lang="en-US" dirty="0"/>
              <a:t>Box:</a:t>
            </a:r>
          </a:p>
          <a:p>
            <a:r>
              <a:rPr lang="ru-RU" dirty="0"/>
              <a:t>В классе одно поле – </a:t>
            </a:r>
            <a:r>
              <a:rPr lang="en-US" dirty="0"/>
              <a:t>int value</a:t>
            </a:r>
          </a:p>
          <a:p>
            <a:r>
              <a:rPr lang="ru-RU" dirty="0"/>
              <a:t>Написать конструктор с передачей </a:t>
            </a:r>
            <a:r>
              <a:rPr lang="en-US" dirty="0"/>
              <a:t>value</a:t>
            </a:r>
            <a:r>
              <a:rPr lang="ru-RU" dirty="0"/>
              <a:t> и с сообщением о вызове конструктора</a:t>
            </a:r>
            <a:endParaRPr lang="en-US" dirty="0"/>
          </a:p>
          <a:p>
            <a:r>
              <a:rPr lang="ru-RU" dirty="0"/>
              <a:t>Написать</a:t>
            </a:r>
            <a:r>
              <a:rPr lang="en-US" dirty="0"/>
              <a:t> </a:t>
            </a:r>
            <a:r>
              <a:rPr lang="ru-RU" dirty="0"/>
              <a:t>деструктор с сообщением о вызове деструктора</a:t>
            </a:r>
          </a:p>
          <a:p>
            <a:r>
              <a:rPr lang="ru-RU" dirty="0"/>
              <a:t>Объявить и инициализировать указатель </a:t>
            </a:r>
            <a:r>
              <a:rPr lang="en-US" dirty="0" err="1"/>
              <a:t>shared_ptr</a:t>
            </a:r>
            <a:r>
              <a:rPr lang="en-US" dirty="0"/>
              <a:t> </a:t>
            </a:r>
            <a:r>
              <a:rPr lang="ru-RU" dirty="0"/>
              <a:t>с помощью </a:t>
            </a:r>
            <a:r>
              <a:rPr lang="en-US" dirty="0"/>
              <a:t>std::</a:t>
            </a:r>
            <a:r>
              <a:rPr lang="en-US" dirty="0" err="1"/>
              <a:t>make_shared</a:t>
            </a:r>
            <a:r>
              <a:rPr lang="en-US" dirty="0"/>
              <a:t>&lt;&gt;()</a:t>
            </a:r>
            <a:r>
              <a:rPr lang="ru-RU" dirty="0"/>
              <a:t>. Вывести содержимое указателя</a:t>
            </a:r>
            <a:endParaRPr lang="en-US" dirty="0"/>
          </a:p>
          <a:p>
            <a:r>
              <a:rPr lang="ru-RU" dirty="0"/>
              <a:t>Создать новый указатель </a:t>
            </a:r>
            <a:r>
              <a:rPr lang="en-US" dirty="0" err="1"/>
              <a:t>shared_ptr</a:t>
            </a:r>
            <a:r>
              <a:rPr lang="ru-RU" dirty="0"/>
              <a:t>, передав значение первого </a:t>
            </a:r>
            <a:r>
              <a:rPr lang="ru-RU" dirty="0" err="1"/>
              <a:t>укзателя</a:t>
            </a:r>
            <a:r>
              <a:rPr lang="ru-RU" dirty="0"/>
              <a:t> в отдельном блоке кода!</a:t>
            </a:r>
            <a:endParaRPr lang="en-US" dirty="0"/>
          </a:p>
          <a:p>
            <a:r>
              <a:rPr lang="ru-RU" dirty="0"/>
              <a:t>Вывести количество владений внутри блока кода и после блока через </a:t>
            </a:r>
            <a:r>
              <a:rPr lang="en-US" dirty="0"/>
              <a:t>.</a:t>
            </a:r>
            <a:r>
              <a:rPr lang="en-US" dirty="0" err="1"/>
              <a:t>use_count</a:t>
            </a:r>
            <a:r>
              <a:rPr lang="en-US"/>
              <a:t>()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508756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625</Words>
  <Application>Microsoft Office PowerPoint</Application>
  <PresentationFormat>Широкоэкранный</PresentationFormat>
  <Paragraphs>64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Arial</vt:lpstr>
      <vt:lpstr>Bahnschrift</vt:lpstr>
      <vt:lpstr>Calibri</vt:lpstr>
      <vt:lpstr>Calibri Light</vt:lpstr>
      <vt:lpstr>Cascadia Mono</vt:lpstr>
      <vt:lpstr>Consolas</vt:lpstr>
      <vt:lpstr>Тема Office</vt:lpstr>
      <vt:lpstr>Умные указатели</vt:lpstr>
      <vt:lpstr>Практика по лямбда-функциям</vt:lpstr>
      <vt:lpstr>Практика по лямбда-функциям</vt:lpstr>
      <vt:lpstr>Умные указатели</vt:lpstr>
      <vt:lpstr>std::auto_ptr</vt:lpstr>
      <vt:lpstr>std::unique_ptr</vt:lpstr>
      <vt:lpstr>std::unique_ptr</vt:lpstr>
      <vt:lpstr>std::shared_ptr</vt:lpstr>
      <vt:lpstr>std::shared_ptr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Умные указатели</dc:title>
  <dc:creator>varitch.rodion.2@gmail.com</dc:creator>
  <cp:lastModifiedBy>varitch.rodion.2@gmail.com</cp:lastModifiedBy>
  <cp:revision>5</cp:revision>
  <dcterms:created xsi:type="dcterms:W3CDTF">2025-10-31T10:57:10Z</dcterms:created>
  <dcterms:modified xsi:type="dcterms:W3CDTF">2025-10-31T20:51:30Z</dcterms:modified>
</cp:coreProperties>
</file>