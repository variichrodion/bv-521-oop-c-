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0" r:id="rId5"/>
    <p:sldId id="264" r:id="rId6"/>
    <p:sldId id="266" r:id="rId7"/>
    <p:sldId id="258" r:id="rId8"/>
    <p:sldId id="261" r:id="rId9"/>
    <p:sldId id="262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9E687D-2FDF-44C4-BEBD-642193CD963D}">
          <p14:sldIdLst>
            <p14:sldId id="256"/>
            <p14:sldId id="263"/>
            <p14:sldId id="257"/>
            <p14:sldId id="260"/>
            <p14:sldId id="264"/>
            <p14:sldId id="266"/>
            <p14:sldId id="258"/>
            <p14:sldId id="261"/>
            <p14:sldId id="262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ritch.rodion.2@gmail.com" initials="v" lastIdx="1" clrIdx="0">
    <p:extLst>
      <p:ext uri="{19B8F6BF-5375-455C-9EA6-DF929625EA0E}">
        <p15:presenceInfo xmlns:p15="http://schemas.microsoft.com/office/powerpoint/2012/main" userId="e231b773860fb99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4675" autoAdjust="0"/>
  </p:normalViewPr>
  <p:slideViewPr>
    <p:cSldViewPr snapToGrid="0">
      <p:cViewPr varScale="1">
        <p:scale>
          <a:sx n="86" d="100"/>
          <a:sy n="86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itch.rodion.2@gmail.com" userId="e231b773860fb99d" providerId="LiveId" clId="{FD23C207-4CA6-4270-876F-6781CBDA79C4}"/>
    <pc:docChg chg="undo custSel addSld delSld modSld addSection delSection modSection">
      <pc:chgData name="varitch.rodion.2@gmail.com" userId="e231b773860fb99d" providerId="LiveId" clId="{FD23C207-4CA6-4270-876F-6781CBDA79C4}" dt="2025-10-30T14:39:47.072" v="3902" actId="20577"/>
      <pc:docMkLst>
        <pc:docMk/>
      </pc:docMkLst>
      <pc:sldChg chg="modSp mod">
        <pc:chgData name="varitch.rodion.2@gmail.com" userId="e231b773860fb99d" providerId="LiveId" clId="{FD23C207-4CA6-4270-876F-6781CBDA79C4}" dt="2025-10-30T14:14:27.831" v="3575" actId="14100"/>
        <pc:sldMkLst>
          <pc:docMk/>
          <pc:sldMk cId="1569014770" sldId="256"/>
        </pc:sldMkLst>
        <pc:spChg chg="mod">
          <ac:chgData name="varitch.rodion.2@gmail.com" userId="e231b773860fb99d" providerId="LiveId" clId="{FD23C207-4CA6-4270-876F-6781CBDA79C4}" dt="2025-10-30T14:14:27.831" v="3575" actId="14100"/>
          <ac:spMkLst>
            <pc:docMk/>
            <pc:sldMk cId="1569014770" sldId="256"/>
            <ac:spMk id="3" creationId="{3FA7571B-69B3-479B-BEE4-8F774A3B1E2F}"/>
          </ac:spMkLst>
        </pc:spChg>
      </pc:sldChg>
      <pc:sldChg chg="modSp mod">
        <pc:chgData name="varitch.rodion.2@gmail.com" userId="e231b773860fb99d" providerId="LiveId" clId="{FD23C207-4CA6-4270-876F-6781CBDA79C4}" dt="2025-10-30T14:14:51.118" v="3583" actId="20577"/>
        <pc:sldMkLst>
          <pc:docMk/>
          <pc:sldMk cId="1047402766" sldId="257"/>
        </pc:sldMkLst>
        <pc:spChg chg="mod">
          <ac:chgData name="varitch.rodion.2@gmail.com" userId="e231b773860fb99d" providerId="LiveId" clId="{FD23C207-4CA6-4270-876F-6781CBDA79C4}" dt="2025-10-30T14:14:51.118" v="3583" actId="20577"/>
          <ac:spMkLst>
            <pc:docMk/>
            <pc:sldMk cId="1047402766" sldId="257"/>
            <ac:spMk id="2" creationId="{DE3E853F-28CE-469C-9BE3-E9D4444EFB88}"/>
          </ac:spMkLst>
        </pc:spChg>
      </pc:sldChg>
      <pc:sldChg chg="addSp delSp modSp mod">
        <pc:chgData name="varitch.rodion.2@gmail.com" userId="e231b773860fb99d" providerId="LiveId" clId="{FD23C207-4CA6-4270-876F-6781CBDA79C4}" dt="2025-10-30T11:24:18.842" v="62" actId="1076"/>
        <pc:sldMkLst>
          <pc:docMk/>
          <pc:sldMk cId="1993290478" sldId="261"/>
        </pc:sldMkLst>
        <pc:spChg chg="del mod">
          <ac:chgData name="varitch.rodion.2@gmail.com" userId="e231b773860fb99d" providerId="LiveId" clId="{FD23C207-4CA6-4270-876F-6781CBDA79C4}" dt="2025-10-30T11:23:49.640" v="56" actId="22"/>
          <ac:spMkLst>
            <pc:docMk/>
            <pc:sldMk cId="1993290478" sldId="261"/>
            <ac:spMk id="3" creationId="{873A1CAD-4D85-4172-AEAA-5AD7DC738BBB}"/>
          </ac:spMkLst>
        </pc:spChg>
        <pc:spChg chg="mod">
          <ac:chgData name="varitch.rodion.2@gmail.com" userId="e231b773860fb99d" providerId="LiveId" clId="{FD23C207-4CA6-4270-876F-6781CBDA79C4}" dt="2025-10-30T11:23:56.456" v="59"/>
          <ac:spMkLst>
            <pc:docMk/>
            <pc:sldMk cId="1993290478" sldId="261"/>
            <ac:spMk id="4" creationId="{E2F9FCBC-13A8-40A9-9B5C-DB764B49D263}"/>
          </ac:spMkLst>
        </pc:spChg>
        <pc:spChg chg="add del mod">
          <ac:chgData name="varitch.rodion.2@gmail.com" userId="e231b773860fb99d" providerId="LiveId" clId="{FD23C207-4CA6-4270-876F-6781CBDA79C4}" dt="2025-10-30T11:24:16.448" v="61" actId="22"/>
          <ac:spMkLst>
            <pc:docMk/>
            <pc:sldMk cId="1993290478" sldId="261"/>
            <ac:spMk id="8" creationId="{C5508D35-FD31-4C54-91F1-608D1C33F57C}"/>
          </ac:spMkLst>
        </pc:spChg>
        <pc:picChg chg="add del mod ord">
          <ac:chgData name="varitch.rodion.2@gmail.com" userId="e231b773860fb99d" providerId="LiveId" clId="{FD23C207-4CA6-4270-876F-6781CBDA79C4}" dt="2025-10-30T11:24:03.133" v="60" actId="21"/>
          <ac:picMkLst>
            <pc:docMk/>
            <pc:sldMk cId="1993290478" sldId="261"/>
            <ac:picMk id="6" creationId="{4595A880-C303-46FA-AF1E-65FBA7F4066E}"/>
          </ac:picMkLst>
        </pc:picChg>
        <pc:picChg chg="add mod ord">
          <ac:chgData name="varitch.rodion.2@gmail.com" userId="e231b773860fb99d" providerId="LiveId" clId="{FD23C207-4CA6-4270-876F-6781CBDA79C4}" dt="2025-10-30T11:24:18.842" v="62" actId="1076"/>
          <ac:picMkLst>
            <pc:docMk/>
            <pc:sldMk cId="1993290478" sldId="261"/>
            <ac:picMk id="10" creationId="{73F0F531-4537-4FF0-8A1B-AC1013BF91AD}"/>
          </ac:picMkLst>
        </pc:picChg>
      </pc:sldChg>
      <pc:sldChg chg="addSp delSp modSp new mod">
        <pc:chgData name="varitch.rodion.2@gmail.com" userId="e231b773860fb99d" providerId="LiveId" clId="{FD23C207-4CA6-4270-876F-6781CBDA79C4}" dt="2025-10-30T11:28:24.468" v="102" actId="1076"/>
        <pc:sldMkLst>
          <pc:docMk/>
          <pc:sldMk cId="820810320" sldId="262"/>
        </pc:sldMkLst>
        <pc:spChg chg="mod">
          <ac:chgData name="varitch.rodion.2@gmail.com" userId="e231b773860fb99d" providerId="LiveId" clId="{FD23C207-4CA6-4270-876F-6781CBDA79C4}" dt="2025-10-30T11:28:20.472" v="101" actId="14100"/>
          <ac:spMkLst>
            <pc:docMk/>
            <pc:sldMk cId="820810320" sldId="262"/>
            <ac:spMk id="2" creationId="{EA6ED39A-7B42-4E73-A7B5-91586FDA7F30}"/>
          </ac:spMkLst>
        </pc:spChg>
        <pc:spChg chg="del mod">
          <ac:chgData name="varitch.rodion.2@gmail.com" userId="e231b773860fb99d" providerId="LiveId" clId="{FD23C207-4CA6-4270-876F-6781CBDA79C4}" dt="2025-10-30T11:27:51.158" v="90" actId="22"/>
          <ac:spMkLst>
            <pc:docMk/>
            <pc:sldMk cId="820810320" sldId="262"/>
            <ac:spMk id="3" creationId="{6CB93358-DF4C-4517-8264-D1A9020D927D}"/>
          </ac:spMkLst>
        </pc:spChg>
        <pc:spChg chg="mod">
          <ac:chgData name="varitch.rodion.2@gmail.com" userId="e231b773860fb99d" providerId="LiveId" clId="{FD23C207-4CA6-4270-876F-6781CBDA79C4}" dt="2025-10-30T11:27:39.048" v="87" actId="1076"/>
          <ac:spMkLst>
            <pc:docMk/>
            <pc:sldMk cId="820810320" sldId="262"/>
            <ac:spMk id="4" creationId="{9054A470-B089-4F48-99B6-A22C7CF09168}"/>
          </ac:spMkLst>
        </pc:spChg>
        <pc:picChg chg="add mod ord">
          <ac:chgData name="varitch.rodion.2@gmail.com" userId="e231b773860fb99d" providerId="LiveId" clId="{FD23C207-4CA6-4270-876F-6781CBDA79C4}" dt="2025-10-30T11:28:24.468" v="102" actId="1076"/>
          <ac:picMkLst>
            <pc:docMk/>
            <pc:sldMk cId="820810320" sldId="262"/>
            <ac:picMk id="6" creationId="{8BC6BE7E-AC2A-4E4D-B6C0-1F660D28C8FA}"/>
          </ac:picMkLst>
        </pc:picChg>
      </pc:sldChg>
      <pc:sldChg chg="addSp delSp modSp new mod">
        <pc:chgData name="varitch.rodion.2@gmail.com" userId="e231b773860fb99d" providerId="LiveId" clId="{FD23C207-4CA6-4270-876F-6781CBDA79C4}" dt="2025-10-30T14:14:41.134" v="3578" actId="20577"/>
        <pc:sldMkLst>
          <pc:docMk/>
          <pc:sldMk cId="2970334997" sldId="263"/>
        </pc:sldMkLst>
        <pc:spChg chg="mod">
          <ac:chgData name="varitch.rodion.2@gmail.com" userId="e231b773860fb99d" providerId="LiveId" clId="{FD23C207-4CA6-4270-876F-6781CBDA79C4}" dt="2025-10-30T11:38:19.043" v="170" actId="2711"/>
          <ac:spMkLst>
            <pc:docMk/>
            <pc:sldMk cId="2970334997" sldId="263"/>
            <ac:spMk id="2" creationId="{112FC4EF-3C0E-4023-944C-0024BD79A982}"/>
          </ac:spMkLst>
        </pc:spChg>
        <pc:spChg chg="mod">
          <ac:chgData name="varitch.rodion.2@gmail.com" userId="e231b773860fb99d" providerId="LiveId" clId="{FD23C207-4CA6-4270-876F-6781CBDA79C4}" dt="2025-10-30T14:14:41.134" v="3578" actId="20577"/>
          <ac:spMkLst>
            <pc:docMk/>
            <pc:sldMk cId="2970334997" sldId="263"/>
            <ac:spMk id="3" creationId="{7082DB4F-D04A-4E78-9BE4-B199AD9EFD06}"/>
          </ac:spMkLst>
        </pc:spChg>
        <pc:spChg chg="add del">
          <ac:chgData name="varitch.rodion.2@gmail.com" userId="e231b773860fb99d" providerId="LiveId" clId="{FD23C207-4CA6-4270-876F-6781CBDA79C4}" dt="2025-10-30T11:38:24.640" v="172" actId="22"/>
          <ac:spMkLst>
            <pc:docMk/>
            <pc:sldMk cId="2970334997" sldId="263"/>
            <ac:spMk id="5" creationId="{B9F325E5-2E9D-4140-A6B9-0B5B5B0E47E5}"/>
          </ac:spMkLst>
        </pc:spChg>
      </pc:sldChg>
      <pc:sldChg chg="modSp new del mod">
        <pc:chgData name="varitch.rodion.2@gmail.com" userId="e231b773860fb99d" providerId="LiveId" clId="{FD23C207-4CA6-4270-876F-6781CBDA79C4}" dt="2025-10-30T11:38:38.766" v="180" actId="2696"/>
        <pc:sldMkLst>
          <pc:docMk/>
          <pc:sldMk cId="334569451" sldId="264"/>
        </pc:sldMkLst>
        <pc:spChg chg="mod">
          <ac:chgData name="varitch.rodion.2@gmail.com" userId="e231b773860fb99d" providerId="LiveId" clId="{FD23C207-4CA6-4270-876F-6781CBDA79C4}" dt="2025-10-30T11:38:31.319" v="179" actId="113"/>
          <ac:spMkLst>
            <pc:docMk/>
            <pc:sldMk cId="334569451" sldId="264"/>
            <ac:spMk id="2" creationId="{2904A285-3E4A-4489-AE64-27D6D157E01D}"/>
          </ac:spMkLst>
        </pc:spChg>
      </pc:sldChg>
      <pc:sldChg chg="modSp new mod">
        <pc:chgData name="varitch.rodion.2@gmail.com" userId="e231b773860fb99d" providerId="LiveId" clId="{FD23C207-4CA6-4270-876F-6781CBDA79C4}" dt="2025-10-30T12:13:11.779" v="587" actId="20577"/>
        <pc:sldMkLst>
          <pc:docMk/>
          <pc:sldMk cId="3266825103" sldId="264"/>
        </pc:sldMkLst>
        <pc:spChg chg="mod">
          <ac:chgData name="varitch.rodion.2@gmail.com" userId="e231b773860fb99d" providerId="LiveId" clId="{FD23C207-4CA6-4270-876F-6781CBDA79C4}" dt="2025-10-30T12:11:47.502" v="475" actId="2711"/>
          <ac:spMkLst>
            <pc:docMk/>
            <pc:sldMk cId="3266825103" sldId="264"/>
            <ac:spMk id="2" creationId="{1F1ED1E3-9FBD-4C6F-967C-22914D707D90}"/>
          </ac:spMkLst>
        </pc:spChg>
        <pc:spChg chg="mod">
          <ac:chgData name="varitch.rodion.2@gmail.com" userId="e231b773860fb99d" providerId="LiveId" clId="{FD23C207-4CA6-4270-876F-6781CBDA79C4}" dt="2025-10-30T12:13:11.779" v="587" actId="20577"/>
          <ac:spMkLst>
            <pc:docMk/>
            <pc:sldMk cId="3266825103" sldId="264"/>
            <ac:spMk id="3" creationId="{A7CB1518-C9B1-47A1-A926-C230C56A991C}"/>
          </ac:spMkLst>
        </pc:spChg>
      </pc:sldChg>
      <pc:sldChg chg="addSp delSp modSp new del mod modClrScheme chgLayout">
        <pc:chgData name="varitch.rodion.2@gmail.com" userId="e231b773860fb99d" providerId="LiveId" clId="{FD23C207-4CA6-4270-876F-6781CBDA79C4}" dt="2025-10-30T12:28:13.833" v="1105" actId="2696"/>
        <pc:sldMkLst>
          <pc:docMk/>
          <pc:sldMk cId="3754290744" sldId="265"/>
        </pc:sldMkLst>
        <pc:spChg chg="mod ord">
          <ac:chgData name="varitch.rodion.2@gmail.com" userId="e231b773860fb99d" providerId="LiveId" clId="{FD23C207-4CA6-4270-876F-6781CBDA79C4}" dt="2025-10-30T12:22:50.052" v="1055" actId="21"/>
          <ac:spMkLst>
            <pc:docMk/>
            <pc:sldMk cId="3754290744" sldId="265"/>
            <ac:spMk id="2" creationId="{F7D086C4-60A8-4F17-A54D-AD5B7837A64A}"/>
          </ac:spMkLst>
        </pc:spChg>
        <pc:spChg chg="add del mod ord">
          <ac:chgData name="varitch.rodion.2@gmail.com" userId="e231b773860fb99d" providerId="LiveId" clId="{FD23C207-4CA6-4270-876F-6781CBDA79C4}" dt="2025-10-30T12:23:06.648" v="1072" actId="27636"/>
          <ac:spMkLst>
            <pc:docMk/>
            <pc:sldMk cId="3754290744" sldId="265"/>
            <ac:spMk id="3" creationId="{D939CD9C-4053-41F2-8FC4-781DB351B5F6}"/>
          </ac:spMkLst>
        </pc:spChg>
        <pc:spChg chg="add del mod">
          <ac:chgData name="varitch.rodion.2@gmail.com" userId="e231b773860fb99d" providerId="LiveId" clId="{FD23C207-4CA6-4270-876F-6781CBDA79C4}" dt="2025-10-30T12:14:29.251" v="623"/>
          <ac:spMkLst>
            <pc:docMk/>
            <pc:sldMk cId="3754290744" sldId="265"/>
            <ac:spMk id="4" creationId="{B6DD1339-34BC-4D10-B008-09CD04BF48E1}"/>
          </ac:spMkLst>
        </pc:spChg>
        <pc:spChg chg="add mod ord">
          <ac:chgData name="varitch.rodion.2@gmail.com" userId="e231b773860fb99d" providerId="LiveId" clId="{FD23C207-4CA6-4270-876F-6781CBDA79C4}" dt="2025-10-30T12:22:56.305" v="1060" actId="27636"/>
          <ac:spMkLst>
            <pc:docMk/>
            <pc:sldMk cId="3754290744" sldId="265"/>
            <ac:spMk id="5" creationId="{889F05F6-C6F2-4CA6-A788-181C30786EF8}"/>
          </ac:spMkLst>
        </pc:spChg>
        <pc:spChg chg="add mod ord">
          <ac:chgData name="varitch.rodion.2@gmail.com" userId="e231b773860fb99d" providerId="LiveId" clId="{FD23C207-4CA6-4270-876F-6781CBDA79C4}" dt="2025-10-30T12:22:56.305" v="1061" actId="27636"/>
          <ac:spMkLst>
            <pc:docMk/>
            <pc:sldMk cId="3754290744" sldId="265"/>
            <ac:spMk id="6" creationId="{69C9435D-E00A-42B6-A8D1-90AA0CED5A33}"/>
          </ac:spMkLst>
        </pc:spChg>
        <pc:spChg chg="add mod ord">
          <ac:chgData name="varitch.rodion.2@gmail.com" userId="e231b773860fb99d" providerId="LiveId" clId="{FD23C207-4CA6-4270-876F-6781CBDA79C4}" dt="2025-10-30T12:23:06.649" v="1073" actId="27636"/>
          <ac:spMkLst>
            <pc:docMk/>
            <pc:sldMk cId="3754290744" sldId="265"/>
            <ac:spMk id="7" creationId="{132C7DB2-21E7-4B33-8561-BD8429EF164A}"/>
          </ac:spMkLst>
        </pc:spChg>
      </pc:sldChg>
      <pc:sldChg chg="modSp new mod">
        <pc:chgData name="varitch.rodion.2@gmail.com" userId="e231b773860fb99d" providerId="LiveId" clId="{FD23C207-4CA6-4270-876F-6781CBDA79C4}" dt="2025-10-30T14:19:34.533" v="3585" actId="20577"/>
        <pc:sldMkLst>
          <pc:docMk/>
          <pc:sldMk cId="3902478782" sldId="266"/>
        </pc:sldMkLst>
        <pc:spChg chg="mod">
          <ac:chgData name="varitch.rodion.2@gmail.com" userId="e231b773860fb99d" providerId="LiveId" clId="{FD23C207-4CA6-4270-876F-6781CBDA79C4}" dt="2025-10-30T12:22:51.118" v="1056"/>
          <ac:spMkLst>
            <pc:docMk/>
            <pc:sldMk cId="3902478782" sldId="266"/>
            <ac:spMk id="2" creationId="{2CC8E2C4-8CFB-40C3-8A1B-8555F6937681}"/>
          </ac:spMkLst>
        </pc:spChg>
        <pc:spChg chg="mod">
          <ac:chgData name="varitch.rodion.2@gmail.com" userId="e231b773860fb99d" providerId="LiveId" clId="{FD23C207-4CA6-4270-876F-6781CBDA79C4}" dt="2025-10-30T14:19:34.533" v="3585" actId="20577"/>
          <ac:spMkLst>
            <pc:docMk/>
            <pc:sldMk cId="3902478782" sldId="266"/>
            <ac:spMk id="3" creationId="{6A88B007-ACE0-462D-A9EF-09090F1FF283}"/>
          </ac:spMkLst>
        </pc:spChg>
      </pc:sldChg>
      <pc:sldChg chg="addSp delSp modSp new mod">
        <pc:chgData name="varitch.rodion.2@gmail.com" userId="e231b773860fb99d" providerId="LiveId" clId="{FD23C207-4CA6-4270-876F-6781CBDA79C4}" dt="2025-10-30T13:28:04.082" v="2289" actId="20577"/>
        <pc:sldMkLst>
          <pc:docMk/>
          <pc:sldMk cId="2780229604" sldId="267"/>
        </pc:sldMkLst>
        <pc:spChg chg="mod">
          <ac:chgData name="varitch.rodion.2@gmail.com" userId="e231b773860fb99d" providerId="LiveId" clId="{FD23C207-4CA6-4270-876F-6781CBDA79C4}" dt="2025-10-30T12:59:59.425" v="1596" actId="27636"/>
          <ac:spMkLst>
            <pc:docMk/>
            <pc:sldMk cId="2780229604" sldId="267"/>
            <ac:spMk id="2" creationId="{018907F6-54DD-44A4-A1A4-35E313A2469F}"/>
          </ac:spMkLst>
        </pc:spChg>
        <pc:spChg chg="add del mod">
          <ac:chgData name="varitch.rodion.2@gmail.com" userId="e231b773860fb99d" providerId="LiveId" clId="{FD23C207-4CA6-4270-876F-6781CBDA79C4}" dt="2025-10-30T13:28:04.082" v="2289" actId="20577"/>
          <ac:spMkLst>
            <pc:docMk/>
            <pc:sldMk cId="2780229604" sldId="267"/>
            <ac:spMk id="3" creationId="{F0133927-1B31-4F76-BD1D-43B0F88CFB58}"/>
          </ac:spMkLst>
        </pc:spChg>
        <pc:spChg chg="add del mod">
          <ac:chgData name="varitch.rodion.2@gmail.com" userId="e231b773860fb99d" providerId="LiveId" clId="{FD23C207-4CA6-4270-876F-6781CBDA79C4}" dt="2025-10-30T12:45:56.953" v="1128"/>
          <ac:spMkLst>
            <pc:docMk/>
            <pc:sldMk cId="2780229604" sldId="267"/>
            <ac:spMk id="4" creationId="{75D0C177-8D6C-4362-A2AA-F414937FA9EA}"/>
          </ac:spMkLst>
        </pc:spChg>
        <pc:spChg chg="add del mod">
          <ac:chgData name="varitch.rodion.2@gmail.com" userId="e231b773860fb99d" providerId="LiveId" clId="{FD23C207-4CA6-4270-876F-6781CBDA79C4}" dt="2025-10-30T12:46:05.987" v="1131"/>
          <ac:spMkLst>
            <pc:docMk/>
            <pc:sldMk cId="2780229604" sldId="267"/>
            <ac:spMk id="5" creationId="{2879F5C8-36ED-4FDF-9502-500099814378}"/>
          </ac:spMkLst>
        </pc:spChg>
        <pc:spChg chg="add del">
          <ac:chgData name="varitch.rodion.2@gmail.com" userId="e231b773860fb99d" providerId="LiveId" clId="{FD23C207-4CA6-4270-876F-6781CBDA79C4}" dt="2025-10-30T12:46:19.389" v="1164"/>
          <ac:spMkLst>
            <pc:docMk/>
            <pc:sldMk cId="2780229604" sldId="267"/>
            <ac:spMk id="6" creationId="{E0F5656A-9266-49CE-A859-396A6D537955}"/>
          </ac:spMkLst>
        </pc:spChg>
        <pc:spChg chg="add del">
          <ac:chgData name="varitch.rodion.2@gmail.com" userId="e231b773860fb99d" providerId="LiveId" clId="{FD23C207-4CA6-4270-876F-6781CBDA79C4}" dt="2025-10-30T12:57:59.793" v="1342"/>
          <ac:spMkLst>
            <pc:docMk/>
            <pc:sldMk cId="2780229604" sldId="267"/>
            <ac:spMk id="7" creationId="{EF1A4302-3E6B-4767-BA17-D3D6AA6B37C5}"/>
          </ac:spMkLst>
        </pc:spChg>
        <pc:spChg chg="add del">
          <ac:chgData name="varitch.rodion.2@gmail.com" userId="e231b773860fb99d" providerId="LiveId" clId="{FD23C207-4CA6-4270-876F-6781CBDA79C4}" dt="2025-10-30T13:26:12.667" v="2191"/>
          <ac:spMkLst>
            <pc:docMk/>
            <pc:sldMk cId="2780229604" sldId="267"/>
            <ac:spMk id="8" creationId="{B8D1344F-8501-4382-8E09-48233673959A}"/>
          </ac:spMkLst>
        </pc:spChg>
      </pc:sldChg>
      <pc:sldChg chg="new del">
        <pc:chgData name="varitch.rodion.2@gmail.com" userId="e231b773860fb99d" providerId="LiveId" clId="{FD23C207-4CA6-4270-876F-6781CBDA79C4}" dt="2025-10-30T12:45:43.906" v="1108" actId="680"/>
        <pc:sldMkLst>
          <pc:docMk/>
          <pc:sldMk cId="3213305819" sldId="267"/>
        </pc:sldMkLst>
      </pc:sldChg>
      <pc:sldChg chg="addSp modSp new mod addCm delCm modCm">
        <pc:chgData name="varitch.rodion.2@gmail.com" userId="e231b773860fb99d" providerId="LiveId" clId="{FD23C207-4CA6-4270-876F-6781CBDA79C4}" dt="2025-10-30T13:49:57.912" v="3090" actId="14100"/>
        <pc:sldMkLst>
          <pc:docMk/>
          <pc:sldMk cId="1833098564" sldId="268"/>
        </pc:sldMkLst>
        <pc:spChg chg="mod">
          <ac:chgData name="varitch.rodion.2@gmail.com" userId="e231b773860fb99d" providerId="LiveId" clId="{FD23C207-4CA6-4270-876F-6781CBDA79C4}" dt="2025-10-30T13:31:14.279" v="2353" actId="14100"/>
          <ac:spMkLst>
            <pc:docMk/>
            <pc:sldMk cId="1833098564" sldId="268"/>
            <ac:spMk id="2" creationId="{EDF78D9C-F678-4E04-B8D0-0A608D4BF567}"/>
          </ac:spMkLst>
        </pc:spChg>
        <pc:spChg chg="mod">
          <ac:chgData name="varitch.rodion.2@gmail.com" userId="e231b773860fb99d" providerId="LiveId" clId="{FD23C207-4CA6-4270-876F-6781CBDA79C4}" dt="2025-10-30T13:33:16.480" v="2627" actId="5793"/>
          <ac:spMkLst>
            <pc:docMk/>
            <pc:sldMk cId="1833098564" sldId="268"/>
            <ac:spMk id="3" creationId="{E003A731-F5EB-4A44-85CA-C7CCB63FC295}"/>
          </ac:spMkLst>
        </pc:spChg>
        <pc:graphicFrameChg chg="add mod modGraphic">
          <ac:chgData name="varitch.rodion.2@gmail.com" userId="e231b773860fb99d" providerId="LiveId" clId="{FD23C207-4CA6-4270-876F-6781CBDA79C4}" dt="2025-10-30T13:49:57.912" v="3090" actId="14100"/>
          <ac:graphicFrameMkLst>
            <pc:docMk/>
            <pc:sldMk cId="1833098564" sldId="268"/>
            <ac:graphicFrameMk id="4" creationId="{63F72C28-304B-4F44-963E-176C8120C161}"/>
          </ac:graphicFrameMkLst>
        </pc:graphicFrameChg>
      </pc:sldChg>
      <pc:sldChg chg="modSp new mod">
        <pc:chgData name="varitch.rodion.2@gmail.com" userId="e231b773860fb99d" providerId="LiveId" clId="{FD23C207-4CA6-4270-876F-6781CBDA79C4}" dt="2025-10-30T14:13:50.711" v="3574" actId="404"/>
        <pc:sldMkLst>
          <pc:docMk/>
          <pc:sldMk cId="1536093325" sldId="269"/>
        </pc:sldMkLst>
        <pc:spChg chg="mod">
          <ac:chgData name="varitch.rodion.2@gmail.com" userId="e231b773860fb99d" providerId="LiveId" clId="{FD23C207-4CA6-4270-876F-6781CBDA79C4}" dt="2025-10-30T13:53:03.623" v="3149" actId="2711"/>
          <ac:spMkLst>
            <pc:docMk/>
            <pc:sldMk cId="1536093325" sldId="269"/>
            <ac:spMk id="2" creationId="{DA911B4F-02B2-4104-916C-7D8BBD3E3B04}"/>
          </ac:spMkLst>
        </pc:spChg>
        <pc:spChg chg="mod">
          <ac:chgData name="varitch.rodion.2@gmail.com" userId="e231b773860fb99d" providerId="LiveId" clId="{FD23C207-4CA6-4270-876F-6781CBDA79C4}" dt="2025-10-30T14:13:50.711" v="3574" actId="404"/>
          <ac:spMkLst>
            <pc:docMk/>
            <pc:sldMk cId="1536093325" sldId="269"/>
            <ac:spMk id="3" creationId="{3018EC1A-5DC0-4E51-94BE-475FB10B28CE}"/>
          </ac:spMkLst>
        </pc:spChg>
      </pc:sldChg>
      <pc:sldChg chg="modSp new mod">
        <pc:chgData name="varitch.rodion.2@gmail.com" userId="e231b773860fb99d" providerId="LiveId" clId="{FD23C207-4CA6-4270-876F-6781CBDA79C4}" dt="2025-10-30T14:12:01.520" v="3491" actId="5793"/>
        <pc:sldMkLst>
          <pc:docMk/>
          <pc:sldMk cId="789315650" sldId="270"/>
        </pc:sldMkLst>
        <pc:spChg chg="mod">
          <ac:chgData name="varitch.rodion.2@gmail.com" userId="e231b773860fb99d" providerId="LiveId" clId="{FD23C207-4CA6-4270-876F-6781CBDA79C4}" dt="2025-10-30T14:10:52.010" v="3323" actId="2711"/>
          <ac:spMkLst>
            <pc:docMk/>
            <pc:sldMk cId="789315650" sldId="270"/>
            <ac:spMk id="2" creationId="{614AC9FB-8E93-4CF5-926E-46137C727D1A}"/>
          </ac:spMkLst>
        </pc:spChg>
        <pc:spChg chg="mod">
          <ac:chgData name="varitch.rodion.2@gmail.com" userId="e231b773860fb99d" providerId="LiveId" clId="{FD23C207-4CA6-4270-876F-6781CBDA79C4}" dt="2025-10-30T14:12:01.520" v="3491" actId="5793"/>
          <ac:spMkLst>
            <pc:docMk/>
            <pc:sldMk cId="789315650" sldId="270"/>
            <ac:spMk id="3" creationId="{D3108D73-6134-4ADC-8F84-61CD430A2E2C}"/>
          </ac:spMkLst>
        </pc:spChg>
      </pc:sldChg>
      <pc:sldChg chg="modSp new mod">
        <pc:chgData name="varitch.rodion.2@gmail.com" userId="e231b773860fb99d" providerId="LiveId" clId="{FD23C207-4CA6-4270-876F-6781CBDA79C4}" dt="2025-10-30T14:39:47.072" v="3902" actId="20577"/>
        <pc:sldMkLst>
          <pc:docMk/>
          <pc:sldMk cId="2970159101" sldId="271"/>
        </pc:sldMkLst>
        <pc:spChg chg="mod">
          <ac:chgData name="varitch.rodion.2@gmail.com" userId="e231b773860fb99d" providerId="LiveId" clId="{FD23C207-4CA6-4270-876F-6781CBDA79C4}" dt="2025-10-30T14:39:47.072" v="3902" actId="20577"/>
          <ac:spMkLst>
            <pc:docMk/>
            <pc:sldMk cId="2970159101" sldId="271"/>
            <ac:spMk id="2" creationId="{85413FEB-7DF1-45B5-B70E-8478BFF627EF}"/>
          </ac:spMkLst>
        </pc:spChg>
        <pc:spChg chg="mod">
          <ac:chgData name="varitch.rodion.2@gmail.com" userId="e231b773860fb99d" providerId="LiveId" clId="{FD23C207-4CA6-4270-876F-6781CBDA79C4}" dt="2025-10-30T14:39:26.567" v="3898" actId="207"/>
          <ac:spMkLst>
            <pc:docMk/>
            <pc:sldMk cId="2970159101" sldId="271"/>
            <ac:spMk id="3" creationId="{F5CF369C-50A1-426E-BE00-C5778E566D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36284A-9474-4120-931F-459C3957D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349B1A-2915-489B-8E9A-AEED476AF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75F9DC-9D2D-4361-939F-CD633AE42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AC53A8-7AD0-4CE0-BFDF-F1C34362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819DA0-F453-420D-9F96-F76C1BAD8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18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18B6DB-A5FF-49EE-A594-D0E9FAB35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8B5D08-6AA0-4F6D-9F7D-55EC1C55C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ECF84A-07C1-4D4B-964F-07CDBC11C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AD5C8B-F1CD-4311-BA45-DA3AB4240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B30D93-2E28-4AC4-99C5-EDDC4D78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073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0F944-E369-4ADF-B692-5505213E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AF463F-CB5D-4678-9FEB-160712F62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11D489-F245-4B3A-9185-81007329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D33F97-A266-48E2-88B6-EC8C237D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5602-6722-4A3D-AD92-515A933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94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D111D-F490-4245-AC11-7B204E94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BC659B-9A0B-456A-9B24-0BC96769D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E3AA6B-33F5-45DE-BD83-97FEB4EF7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BE12AA-0DD3-472C-9401-BA15A251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4E532B-77DB-44D1-9CFD-13C76999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4318A1-55FD-4879-81EF-AEA0E732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39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D2F47-E278-4D1B-A03E-2648DCF4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FFBDFC-5D32-4A1C-8E97-0F21FC3E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F632AF-4771-4DAB-9C96-CC7DFA280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48F9A6-0A75-4358-91EA-5445FAA8D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94B93AF-2543-4798-B00C-4C9CAA542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CB8C027-BE5C-4C6E-A6CF-0ABFD36C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87A647-E8A3-4747-A8F0-33E2C1A9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9F8166D-2793-44FE-A77B-5A65DEFF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5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1FA86-744F-4D44-96DA-C24ADACE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5723E2-D9A5-47FA-9D78-DA179E36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2119E47-12A8-42FA-AC77-B8D54E350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0FE3C6-301B-4FA0-87D1-96C5114B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076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0507AB-BF3C-4CEB-ACBA-2FD3180EB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EE1F1D0-FD9D-464E-87E6-04C0CE4F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E45049-E45B-4673-90DC-A65D9EB5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716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ED74D-F1DB-4628-BA41-76A20066F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670128-E632-4524-A4ED-567E33BEC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269A07-4AE5-42FA-A983-C5C2321AC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A571B0-8029-4B21-9844-C5468680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3E4346-8679-43E0-AF45-21B6F6F2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EA7A1F-3878-457D-A708-226E1884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77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22A57-40D8-4ABD-A342-8C262CF2D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CDE7F2-FDD2-4456-869B-67CD711F89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A6D245-1878-4F1A-9C4C-A57DA2C6E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9B22A7-F746-4AB8-9D9C-85268F16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E6BD2B-E9C5-4280-A0E4-3CF256DD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337BF0-8F83-4208-9262-13BA8F8D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3365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FB221-9914-423E-837F-1F8EC6F0B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36584A-C562-4A63-AE7E-96B9BA80E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BCED29-F8DD-4FFE-9A64-5A8717D2E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3DF465-32EE-449F-BAD1-70E0FA7B4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71AEE-0437-4FE5-B95D-596B08A8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049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1EF8B31-DA9F-4C06-BB27-87C28B3C5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18021E-B693-4878-B113-306F8AB2F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27CF15-55EA-4D7E-A570-92FB720BF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B363AE-2D83-4C8B-B997-451AFB3D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72EA6-FFE5-4B27-9DAB-5C077160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34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F8B80-3F1F-4A75-9A57-BB473B6A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090EF5-5942-488C-8554-A70B936A4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BE97C2-33AE-416D-9D30-D38613DFC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28450-8ABE-4861-8B2A-FDFEB4648A15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27C3D8-0571-4997-A3E5-D87A532CF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1527BD-D75C-403E-88B6-88DB8F979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96F98-E1A4-42C4-AA50-5DB1B232D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6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B92EF-540C-43A7-B5A9-92D5A0A0F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dirty="0">
                <a:latin typeface="Bahnschrift" panose="020B0502040204020203" pitchFamily="34" charset="0"/>
              </a:rPr>
              <a:t>Лямбда -функции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A7571B-69B3-479B-BEE4-8F774A3B1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90114"/>
            <a:ext cx="9144000" cy="467686"/>
          </a:xfrm>
        </p:spPr>
        <p:txBody>
          <a:bodyPr/>
          <a:lstStyle/>
          <a:p>
            <a:pPr algn="r"/>
            <a:r>
              <a:rPr lang="ru-RU" dirty="0"/>
              <a:t>30.10.2025</a:t>
            </a:r>
          </a:p>
        </p:txBody>
      </p:sp>
    </p:spTree>
    <p:extLst>
      <p:ext uri="{BB962C8B-B14F-4D97-AF65-F5344CB8AC3E}">
        <p14:creationId xmlns:p14="http://schemas.microsoft.com/office/powerpoint/2010/main" val="156901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FC4EF-3C0E-4023-944C-0024BD79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Разминка по векторам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82DB4F-D04A-4E78-9BE4-B199AD9EF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2497" cy="4351338"/>
          </a:xfrm>
        </p:spPr>
        <p:txBody>
          <a:bodyPr>
            <a:normAutofit/>
          </a:bodyPr>
          <a:lstStyle/>
          <a:p>
            <a:pPr algn="just"/>
            <a:r>
              <a:rPr lang="ru-RU" sz="3600" dirty="0"/>
              <a:t>Задание: заполнить двухмерный вектор таблицей умножения и вывести его в выходной поток</a:t>
            </a:r>
            <a:endParaRPr lang="en-US" sz="3600" dirty="0"/>
          </a:p>
          <a:p>
            <a:pPr algn="just"/>
            <a:r>
              <a:rPr lang="ru-RU" sz="3600" dirty="0"/>
              <a:t>Замечания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sz="3200" dirty="0"/>
              <a:t> Процесс заполнения вектора должен быть сопровождён работой с индексами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sz="3200" dirty="0"/>
              <a:t> Процесс вывода результирующего вектора должен быть сопровождён работой с итераторами</a:t>
            </a:r>
          </a:p>
        </p:txBody>
      </p:sp>
    </p:spTree>
    <p:extLst>
      <p:ext uri="{BB962C8B-B14F-4D97-AF65-F5344CB8AC3E}">
        <p14:creationId xmlns:p14="http://schemas.microsoft.com/office/powerpoint/2010/main" val="2970334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DE3E853F-28CE-469C-9BE3-E9D4444EFB8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>
                    <a:latin typeface="+mn-lt"/>
                  </a:rPr>
                  <a:t>Суть лямбда-функций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>
                    <a:latin typeface="+mn-lt"/>
                  </a:rPr>
                  <a:t>)</a:t>
                </a:r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DE3E853F-28CE-469C-9BE3-E9D4444EF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AF32AAF-0F22-4D6B-9190-62C4A0A5CE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ru-RU" b="1" dirty="0"/>
                  <a:t>Лямбда-функция</a:t>
                </a:r>
                <a:r>
                  <a:rPr lang="ru-RU" dirty="0"/>
                  <a:t> — это </a:t>
                </a:r>
                <a:r>
                  <a:rPr lang="ru-RU" i="1" dirty="0"/>
                  <a:t>анонимная функция</a:t>
                </a:r>
                <a:r>
                  <a:rPr lang="ru-RU" dirty="0"/>
                  <a:t>, то есть функция без имени, которую можно определить прямо в месте использования</a:t>
                </a:r>
              </a:p>
              <a:p>
                <a:pPr algn="just"/>
                <a:r>
                  <a:rPr lang="ru-RU" dirty="0"/>
                  <a:t>Пример: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std::vector&lt;int&gt; </a:t>
                </a:r>
                <a:r>
                  <a:rPr lang="en-US" dirty="0" err="1">
                    <a:latin typeface="Consolas" panose="020B0609020204030204" pitchFamily="49" charset="0"/>
                  </a:rPr>
                  <a:t>vec</a:t>
                </a:r>
                <a:r>
                  <a:rPr lang="en-US" dirty="0">
                    <a:latin typeface="Consolas" panose="020B0609020204030204" pitchFamily="49" charset="0"/>
                  </a:rPr>
                  <a:t> {6,1,4,9};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std::sort(</a:t>
                </a:r>
                <a:r>
                  <a:rPr lang="en-US" dirty="0" err="1">
                    <a:latin typeface="Consolas" panose="020B0609020204030204" pitchFamily="49" charset="0"/>
                  </a:rPr>
                  <a:t>vec.begin</a:t>
                </a:r>
                <a:r>
                  <a:rPr lang="en-US" dirty="0">
                    <a:latin typeface="Consolas" panose="020B0609020204030204" pitchFamily="49" charset="0"/>
                  </a:rPr>
                  <a:t>(), </a:t>
                </a:r>
                <a:r>
                  <a:rPr lang="en-US" dirty="0" err="1">
                    <a:latin typeface="Consolas" panose="020B0609020204030204" pitchFamily="49" charset="0"/>
                  </a:rPr>
                  <a:t>vec.end</a:t>
                </a:r>
                <a:r>
                  <a:rPr lang="en-US" dirty="0">
                    <a:latin typeface="Consolas" panose="020B0609020204030204" pitchFamily="49" charset="0"/>
                  </a:rPr>
                  <a:t>(),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			</a:t>
                </a:r>
                <a:r>
                  <a:rPr lang="en-US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[](int a, int b) -&gt; int {return a&gt;b}</a:t>
                </a:r>
                <a:r>
                  <a:rPr lang="en-US" dirty="0">
                    <a:latin typeface="Consolas" panose="020B0609020204030204" pitchFamily="49" charset="0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				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ru-RU" dirty="0"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Consolas" panose="020B0609020204030204" pitchFamily="49" charset="0"/>
                  </a:rPr>
                  <a:t>			пример лямбда-функции как параметра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AF32AAF-0F22-4D6B-9190-62C4A0A5CE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40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8450B-F127-4665-BD60-4E1C34390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лямбда-функции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F807E2-1D0E-4855-B46A-9A4F7E751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654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ru-RU" i="1" dirty="0">
                <a:latin typeface="Consolas" panose="020B0609020204030204" pitchFamily="49" charset="0"/>
              </a:rPr>
              <a:t>захват</a:t>
            </a:r>
            <a:r>
              <a:rPr lang="en-US" dirty="0">
                <a:latin typeface="Consolas" panose="020B0609020204030204" pitchFamily="49" charset="0"/>
              </a:rPr>
              <a:t>](</a:t>
            </a:r>
            <a:r>
              <a:rPr lang="ru-RU" dirty="0">
                <a:latin typeface="Consolas" panose="020B0609020204030204" pitchFamily="49" charset="0"/>
              </a:rPr>
              <a:t>параметры</a:t>
            </a:r>
            <a:r>
              <a:rPr lang="en-US" dirty="0">
                <a:latin typeface="Consolas" panose="020B0609020204030204" pitchFamily="49" charset="0"/>
              </a:rPr>
              <a:t>) -&gt; </a:t>
            </a:r>
            <a:r>
              <a:rPr lang="ru-RU" i="1" dirty="0">
                <a:latin typeface="Consolas" panose="020B0609020204030204" pitchFamily="49" charset="0"/>
              </a:rPr>
              <a:t>возвращаемый тип</a:t>
            </a: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{</a:t>
            </a:r>
            <a:r>
              <a:rPr lang="ru-RU" dirty="0">
                <a:latin typeface="Consolas" panose="020B0609020204030204" pitchFamily="49" charset="0"/>
              </a:rPr>
              <a:t>тело функции</a:t>
            </a:r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  <a:p>
            <a:pPr algn="just"/>
            <a:r>
              <a:rPr lang="ru-RU" b="1" dirty="0">
                <a:latin typeface="Consolas" panose="020B0609020204030204" pitchFamily="49" charset="0"/>
              </a:rPr>
              <a:t>Захват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/>
              <a:t>— определяет, какие переменные из внешней области видимости доступны внутри лямбды</a:t>
            </a:r>
          </a:p>
          <a:p>
            <a:pPr algn="just"/>
            <a:r>
              <a:rPr lang="ru-RU" b="1" dirty="0"/>
              <a:t>Параметры</a:t>
            </a:r>
            <a:r>
              <a:rPr lang="ru-RU" dirty="0"/>
              <a:t> — как в обычной функции</a:t>
            </a:r>
          </a:p>
          <a:p>
            <a:r>
              <a:rPr lang="ru-RU" b="1" dirty="0"/>
              <a:t>Возвращаемый тип</a:t>
            </a:r>
            <a:r>
              <a:rPr lang="ru-RU" dirty="0"/>
              <a:t> можно указать явно, но часто компилятор сам выводит</a:t>
            </a:r>
          </a:p>
          <a:p>
            <a:r>
              <a:rPr lang="ru-RU" b="1" dirty="0"/>
              <a:t>Тело</a:t>
            </a:r>
            <a:r>
              <a:rPr lang="ru-RU" dirty="0"/>
              <a:t> </a:t>
            </a:r>
            <a:r>
              <a:rPr lang="ru-RU" b="1" dirty="0"/>
              <a:t>функции</a:t>
            </a:r>
            <a:r>
              <a:rPr lang="ru-RU" dirty="0"/>
              <a:t> — любое выражение или блок</a:t>
            </a:r>
          </a:p>
        </p:txBody>
      </p:sp>
    </p:spTree>
    <p:extLst>
      <p:ext uri="{BB962C8B-B14F-4D97-AF65-F5344CB8AC3E}">
        <p14:creationId xmlns:p14="http://schemas.microsoft.com/office/powerpoint/2010/main" val="4036654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1ED1E3-9FBD-4C6F-967C-22914D70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Тонкости захвата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CB1518-C9B1-47A1-A926-C230C56A9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17" y="1825625"/>
            <a:ext cx="11442582" cy="4351338"/>
          </a:xfrm>
        </p:spPr>
        <p:txBody>
          <a:bodyPr>
            <a:normAutofit/>
          </a:bodyPr>
          <a:lstStyle/>
          <a:p>
            <a:r>
              <a:rPr lang="ru-RU" sz="3200" dirty="0"/>
              <a:t>[ ]          // ничего не захватываем</a:t>
            </a:r>
          </a:p>
          <a:p>
            <a:r>
              <a:rPr lang="ru-RU" sz="3200" dirty="0"/>
              <a:t>[x]         // копируем x</a:t>
            </a:r>
          </a:p>
          <a:p>
            <a:r>
              <a:rPr lang="ru-RU" sz="3200" dirty="0"/>
              <a:t>[&amp;x]      // захватываем x по ссылке</a:t>
            </a:r>
          </a:p>
          <a:p>
            <a:r>
              <a:rPr lang="ru-RU" sz="3200" dirty="0"/>
              <a:t>[=]        // копируем все используемые внешние переменные</a:t>
            </a:r>
          </a:p>
          <a:p>
            <a:r>
              <a:rPr lang="ru-RU" sz="3200" dirty="0"/>
              <a:t>[&amp;]       </a:t>
            </a:r>
            <a:r>
              <a:rPr lang="en-US" sz="3200" dirty="0"/>
              <a:t>/</a:t>
            </a:r>
            <a:r>
              <a:rPr lang="ru-RU" sz="3200" dirty="0"/>
              <a:t>/ захватываем все используемые внешние переменные 		по</a:t>
            </a:r>
            <a:r>
              <a:rPr lang="en-US" sz="3200" dirty="0"/>
              <a:t> </a:t>
            </a:r>
            <a:r>
              <a:rPr lang="ru-RU" sz="3200" dirty="0"/>
              <a:t>ссылке</a:t>
            </a:r>
          </a:p>
          <a:p>
            <a:r>
              <a:rPr lang="ru-RU" sz="3200" dirty="0"/>
              <a:t>[=, &amp;y] // по умолчанию копия, но y по ссылке</a:t>
            </a:r>
          </a:p>
        </p:txBody>
      </p:sp>
    </p:spTree>
    <p:extLst>
      <p:ext uri="{BB962C8B-B14F-4D97-AF65-F5344CB8AC3E}">
        <p14:creationId xmlns:p14="http://schemas.microsoft.com/office/powerpoint/2010/main" val="3266825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8E2C4-8CFB-40C3-8A1B-8555F6937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Тонкости модификаторов доступа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8B007-ACE0-462D-A9EF-09090F1FF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0" dirty="0"/>
              <a:t>По умолчанию, тело лямбды – </a:t>
            </a:r>
            <a:r>
              <a:rPr lang="en-US" sz="2800" b="1" dirty="0"/>
              <a:t>const</a:t>
            </a:r>
            <a:r>
              <a:rPr lang="ru-RU" sz="2800" b="1" dirty="0"/>
              <a:t>-метод</a:t>
            </a:r>
            <a:r>
              <a:rPr lang="ru-RU" sz="2800" b="0" dirty="0"/>
              <a:t>! Таким образом, нельзя менять переменные, </a:t>
            </a:r>
            <a:r>
              <a:rPr lang="ru-RU" sz="2800" b="0" i="1" dirty="0"/>
              <a:t>взятые </a:t>
            </a:r>
            <a:r>
              <a:rPr lang="ru-RU" sz="2800" i="1" dirty="0"/>
              <a:t>по значению</a:t>
            </a:r>
            <a:r>
              <a:rPr lang="en-US" dirty="0"/>
              <a:t>. </a:t>
            </a:r>
            <a:r>
              <a:rPr lang="ru-RU" sz="2800" b="0" dirty="0"/>
              <a:t>Обойти константность можно ключевым словом </a:t>
            </a:r>
            <a:r>
              <a:rPr lang="en-US" sz="2800" b="1" dirty="0"/>
              <a:t>mutable</a:t>
            </a:r>
            <a:endParaRPr lang="ru-RU" sz="3600" b="1" dirty="0"/>
          </a:p>
          <a:p>
            <a:pPr marL="457200" lvl="1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 {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setlocale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LC_ALL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threshold = 10;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auto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 = [=]()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mutable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threshold++;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threshold * 2; };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std::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f()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 '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threshold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'\n'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Вывод?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pPr marL="457200" lvl="1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4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247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5F589-62FD-4B56-BDFC-682708DF6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8422" y="457200"/>
            <a:ext cx="3951214" cy="135482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Bahnschrift" panose="020B0502040204020203" pitchFamily="34" charset="0"/>
              </a:rPr>
              <a:t>Пример сортировки</a:t>
            </a:r>
            <a:br>
              <a:rPr lang="ru-RU" dirty="0"/>
            </a:b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00FE703-CFD1-4210-B833-EAE79D0AF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2011" y="2374085"/>
            <a:ext cx="3857625" cy="1518407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B9E45D9C-94F6-4782-AEBB-55C629FC5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457201"/>
            <a:ext cx="6458634" cy="6044268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&lt;algorithm&gt;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&lt;vector&gt;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v = { 5, 2, 8, 3, 1 };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: v)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'\n'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Сортировка по возрастанию (обычная)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std::sort(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v.begin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v.end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: v)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'\n'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Сортировка по убыванию с помощью лямбда-функции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std::sort(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v.begin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v.end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 [](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: v)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'\n'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96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8E51B-4FD7-4A84-AB99-32B565CC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650" y="457199"/>
            <a:ext cx="4043493" cy="1296099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Bahnschrift" panose="020B0502040204020203" pitchFamily="34" charset="0"/>
              </a:rPr>
              <a:t>Поиск по условию</a:t>
            </a:r>
            <a:br>
              <a:rPr lang="ru-RU" dirty="0">
                <a:latin typeface="Bahnschrift" panose="020B0502040204020203" pitchFamily="34" charset="0"/>
              </a:rPr>
            </a:b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F9FCBC-13A8-40A9-9B5C-DB764B49D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6895" y="457200"/>
            <a:ext cx="7197755" cy="5411788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&lt;algorithm&gt;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&lt;vector&gt;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setlocale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LC_ALL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v = { 10, 25, 30, 45, 60 };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threshold = 40;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it =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find_if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v.begin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v.end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[threshold](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threshold;});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(it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v.end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ru-RU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"Первое число больше "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threshold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":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'\n'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73F0F531-4537-4FF0-8A1B-AC1013BF9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8930" y="2947987"/>
            <a:ext cx="3686175" cy="962025"/>
          </a:xfrm>
        </p:spPr>
      </p:pic>
    </p:spTree>
    <p:extLst>
      <p:ext uri="{BB962C8B-B14F-4D97-AF65-F5344CB8AC3E}">
        <p14:creationId xmlns:p14="http://schemas.microsoft.com/office/powerpoint/2010/main" val="1993290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ED39A-7B42-4E73-A7B5-91586FDA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922" y="457200"/>
            <a:ext cx="3984769" cy="981075"/>
          </a:xfrm>
        </p:spPr>
        <p:txBody>
          <a:bodyPr/>
          <a:lstStyle/>
          <a:p>
            <a:pPr algn="r"/>
            <a:r>
              <a:rPr lang="ru-RU" dirty="0">
                <a:latin typeface="Bahnschrift" panose="020B0502040204020203" pitchFamily="34" charset="0"/>
              </a:rPr>
              <a:t>Использование захвата по ссылке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BC6BE7E-AC2A-4E4D-B6C0-1F660D28C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5316" y="2672556"/>
            <a:ext cx="3762375" cy="981075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9054A470-B089-4F48-99B6-A22C7CF09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565" y="457200"/>
            <a:ext cx="6055962" cy="541178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&lt;algorithm&gt;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&lt;vector&gt;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setlocale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LC_ALL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v = { 1, 2, 3, 4, 5 };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sum = 0;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for_each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v.begin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v.end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[&amp;sum](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sum +=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Сумма элементов: "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sum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'\n'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0810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907F6-54DD-44A4-A1A4-35E313A24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721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" panose="020B0502040204020203" pitchFamily="34" charset="0"/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133927-1B31-4F76-BD1D-43B0F88CF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126"/>
            <a:ext cx="10515600" cy="5052838"/>
          </a:xfrm>
        </p:spPr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sz="2400" dirty="0"/>
              <a:t>Сортировка строк по длине. Написать программу, которая сортирует</a:t>
            </a:r>
            <a:r>
              <a:rPr lang="en-US" sz="2400" dirty="0"/>
              <a:t> </a:t>
            </a:r>
            <a:r>
              <a:rPr lang="ru-RU" sz="2400" dirty="0"/>
              <a:t>вектор строк по длине строки (по возрастанию, затем по убыванию) (Подсказка: размер строки 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size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  <a:r>
              <a:rPr lang="ru-RU" sz="2400" dirty="0"/>
              <a:t>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00" dirty="0"/>
              <a:t>Подсчёт количества чисел в диапазоне. С помощью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count_if</a:t>
            </a:r>
            <a:r>
              <a:rPr lang="en-US" sz="2400" dirty="0">
                <a:latin typeface="Consolas" panose="020B0609020204030204" pitchFamily="49" charset="0"/>
              </a:rPr>
              <a:t>() </a:t>
            </a:r>
            <a:r>
              <a:rPr lang="ru-RU" sz="2400" dirty="0"/>
              <a:t>посчитать, сколько чисел находится в диапазоне </a:t>
            </a:r>
            <a:r>
              <a:rPr lang="en-US" sz="2400" dirty="0"/>
              <a:t>[A, B] (A </a:t>
            </a:r>
            <a:r>
              <a:rPr lang="ru-RU" sz="2400" dirty="0"/>
              <a:t>и </a:t>
            </a:r>
            <a:r>
              <a:rPr lang="en-US" sz="2400" dirty="0"/>
              <a:t>B </a:t>
            </a:r>
            <a:r>
              <a:rPr lang="ru-RU" sz="2400" dirty="0"/>
              <a:t>вводятся с клавиатуры</a:t>
            </a:r>
            <a:r>
              <a:rPr lang="en-US" sz="2400" dirty="0"/>
              <a:t>)</a:t>
            </a:r>
            <a:r>
              <a:rPr lang="ru-RU" sz="2400" dirty="0"/>
              <a:t>. Использовать лямбду с </a:t>
            </a:r>
            <a:r>
              <a:rPr lang="ru-RU" sz="2400" i="1" dirty="0"/>
              <a:t>захватом по значению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00" dirty="0"/>
              <a:t>Подсчёт среднего значения</a:t>
            </a:r>
            <a:r>
              <a:rPr lang="en-US" sz="2400" dirty="0"/>
              <a:t>. </a:t>
            </a:r>
            <a:r>
              <a:rPr lang="ru-RU" sz="2400" dirty="0"/>
              <a:t>С помощью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for_each</a:t>
            </a:r>
            <a:r>
              <a:rPr lang="en-US" sz="2400" dirty="0">
                <a:latin typeface="Consolas" panose="020B0609020204030204" pitchFamily="49" charset="0"/>
              </a:rPr>
              <a:t>() </a:t>
            </a:r>
            <a:r>
              <a:rPr lang="ru-RU" sz="2400" dirty="0"/>
              <a:t>посчитать сумму элементов и вывести среднее значение. Использовать лямбду с </a:t>
            </a:r>
            <a:r>
              <a:rPr lang="ru-RU" sz="2400" i="1" dirty="0"/>
              <a:t>захватом по ссылке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*</a:t>
            </a:r>
            <a:r>
              <a:rPr lang="ru-RU" sz="2400" dirty="0"/>
              <a:t>Доп. задание. Написать лямбда-функцию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</a:rPr>
              <a:t>f()</a:t>
            </a:r>
            <a:r>
              <a:rPr lang="ru-RU" sz="2400" dirty="0"/>
              <a:t>, возвращающую входное значение</a:t>
            </a:r>
            <a:r>
              <a:rPr lang="en-US" sz="2400" dirty="0"/>
              <a:t> x</a:t>
            </a:r>
            <a:r>
              <a:rPr lang="ru-RU" sz="2400" dirty="0"/>
              <a:t>, увеличенное на единицу. Написать вторую лямбда-функцию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</a:rPr>
              <a:t>twice()</a:t>
            </a:r>
            <a:r>
              <a:rPr lang="ru-RU" sz="2400" dirty="0"/>
              <a:t>, принимающую </a:t>
            </a:r>
            <a:r>
              <a:rPr lang="en-US" sz="2400" dirty="0">
                <a:latin typeface="Consolas" panose="020B0609020204030204" pitchFamily="49" charset="0"/>
              </a:rPr>
              <a:t>f()</a:t>
            </a:r>
            <a:r>
              <a:rPr lang="ru-RU" sz="2400" dirty="0">
                <a:latin typeface="Consolas" panose="020B0609020204030204" pitchFamily="49" charset="0"/>
              </a:rPr>
              <a:t> </a:t>
            </a:r>
            <a:r>
              <a:rPr lang="ru-RU" sz="2400" dirty="0"/>
              <a:t>и значение </a:t>
            </a:r>
            <a:r>
              <a:rPr lang="en-US" sz="2400" dirty="0"/>
              <a:t>x. </a:t>
            </a:r>
            <a:r>
              <a:rPr lang="en-US" sz="2400" dirty="0">
                <a:latin typeface="Consolas" panose="020B0609020204030204" pitchFamily="49" charset="0"/>
              </a:rPr>
              <a:t>twice()</a:t>
            </a:r>
            <a:r>
              <a:rPr lang="en-US" sz="2400" dirty="0"/>
              <a:t> </a:t>
            </a:r>
            <a:r>
              <a:rPr lang="ru-RU" sz="2400" dirty="0"/>
              <a:t>должна вернуть результат работы </a:t>
            </a:r>
            <a:r>
              <a:rPr lang="en-US" sz="2400" dirty="0">
                <a:latin typeface="Consolas" panose="020B0609020204030204" pitchFamily="49" charset="0"/>
              </a:rPr>
              <a:t>f(f(x))</a:t>
            </a:r>
            <a:endParaRPr lang="ru-RU" sz="2400" dirty="0">
              <a:latin typeface="Consolas" panose="020B0609020204030204" pitchFamily="49" charset="0"/>
            </a:endParaRPr>
          </a:p>
          <a:p>
            <a:pPr marL="0" indent="0" algn="r">
              <a:buNone/>
            </a:pPr>
            <a:endParaRPr lang="ru-RU" sz="1600" dirty="0">
              <a:latin typeface="Consolas" panose="020B0609020204030204" pitchFamily="49" charset="0"/>
            </a:endParaRPr>
          </a:p>
          <a:p>
            <a:pPr marL="0" indent="0" algn="r">
              <a:buNone/>
            </a:pP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ru-RU" sz="1600" i="1" dirty="0">
                <a:latin typeface="Consolas" panose="020B0609020204030204" pitchFamily="49" charset="0"/>
              </a:rPr>
              <a:t>захват</a:t>
            </a:r>
            <a:r>
              <a:rPr lang="en-US" sz="1600" dirty="0">
                <a:latin typeface="Consolas" panose="020B0609020204030204" pitchFamily="49" charset="0"/>
              </a:rPr>
              <a:t>](</a:t>
            </a:r>
            <a:r>
              <a:rPr lang="ru-RU" sz="1600" dirty="0">
                <a:latin typeface="Consolas" panose="020B0609020204030204" pitchFamily="49" charset="0"/>
              </a:rPr>
              <a:t>параметры</a:t>
            </a:r>
            <a:r>
              <a:rPr lang="en-US" sz="1600" dirty="0">
                <a:latin typeface="Consolas" panose="020B0609020204030204" pitchFamily="49" charset="0"/>
              </a:rPr>
              <a:t>) -&gt; </a:t>
            </a:r>
            <a:r>
              <a:rPr lang="ru-RU" sz="1600" i="1" dirty="0">
                <a:latin typeface="Consolas" panose="020B0609020204030204" pitchFamily="49" charset="0"/>
              </a:rPr>
              <a:t>возвращаемый тип </a:t>
            </a:r>
            <a:r>
              <a:rPr lang="en-US" sz="1600" dirty="0">
                <a:latin typeface="Consolas" panose="020B0609020204030204" pitchFamily="49" charset="0"/>
              </a:rPr>
              <a:t>{</a:t>
            </a:r>
            <a:r>
              <a:rPr lang="ru-RU" sz="1600" dirty="0">
                <a:latin typeface="Consolas" panose="020B0609020204030204" pitchFamily="49" charset="0"/>
              </a:rPr>
              <a:t>тело функции</a:t>
            </a:r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ru-RU" dirty="0"/>
          </a:p>
          <a:p>
            <a:pPr marL="514350" indent="-514350" algn="just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0229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78D9C-F678-4E04-B8D0-0A608D4BF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705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Bahnschrift" panose="020B0502040204020203" pitchFamily="34" charset="0"/>
              </a:rPr>
              <a:t>Анализ алгоритма с помощью </a:t>
            </a:r>
            <a:r>
              <a:rPr lang="en-US" sz="3600" dirty="0">
                <a:latin typeface="Bahnschrift" panose="020B0502040204020203" pitchFamily="34" charset="0"/>
              </a:rPr>
              <a:t>Big O notation</a:t>
            </a:r>
            <a:endParaRPr lang="ru-RU" sz="3600" dirty="0">
              <a:latin typeface="Bahnschrif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03A731-F5EB-4A44-85CA-C7CCB63FC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2181"/>
            <a:ext cx="10515600" cy="5094782"/>
          </a:xfrm>
        </p:spPr>
        <p:txBody>
          <a:bodyPr/>
          <a:lstStyle/>
          <a:p>
            <a:r>
              <a:rPr lang="ru-RU" dirty="0"/>
              <a:t>Суть анализа заключается в исследовании поведения алгоритма при обработке большого количества данных</a:t>
            </a:r>
          </a:p>
          <a:p>
            <a:r>
              <a:rPr lang="ru-RU" dirty="0"/>
              <a:t>Нотация сосредоточена на главном члене (константы и более маленькие добавки отсекаются)</a:t>
            </a:r>
          </a:p>
          <a:p>
            <a:pPr marL="0" indent="0">
              <a:buNone/>
            </a:pP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63F72C28-304B-4F44-963E-176C8120C1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6038646"/>
                  </p:ext>
                </p:extLst>
              </p:nvPr>
            </p:nvGraphicFramePr>
            <p:xfrm>
              <a:off x="1140904" y="2910980"/>
              <a:ext cx="10515600" cy="33651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42986">
                      <a:extLst>
                        <a:ext uri="{9D8B030D-6E8A-4147-A177-3AD203B41FA5}">
                          <a16:colId xmlns:a16="http://schemas.microsoft.com/office/drawing/2014/main" val="2367039319"/>
                        </a:ext>
                      </a:extLst>
                    </a:gridCol>
                    <a:gridCol w="7972614">
                      <a:extLst>
                        <a:ext uri="{9D8B030D-6E8A-4147-A177-3AD203B41FA5}">
                          <a16:colId xmlns:a16="http://schemas.microsoft.com/office/drawing/2014/main" val="3049050945"/>
                        </a:ext>
                      </a:extLst>
                    </a:gridCol>
                  </a:tblGrid>
                  <a:tr h="420648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Пример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115462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Доступ к элементу по индексу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7196200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Бинарный поиск</a:t>
                          </a:r>
                          <a:r>
                            <a:rPr lang="en-US" dirty="0"/>
                            <a:t> (</a:t>
                          </a:r>
                          <a:r>
                            <a:rPr lang="ru-RU" dirty="0"/>
                            <a:t>в отсортированном массиве</a:t>
                          </a:r>
                          <a:r>
                            <a:rPr lang="en-US" dirty="0"/>
                            <a:t>)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625547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Поиск элемента в массиве без сортировки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6981492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Быстрая сортировка (тот самый </a:t>
                          </a:r>
                          <a:r>
                            <a:rPr lang="en-US" dirty="0"/>
                            <a:t>std::sort()</a:t>
                          </a:r>
                          <a:r>
                            <a:rPr lang="ru-RU" dirty="0"/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6389076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)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Сортировка пузырьком</a:t>
                          </a:r>
                          <a:r>
                            <a:rPr lang="en-US" dirty="0"/>
                            <a:t>, </a:t>
                          </a:r>
                          <a:r>
                            <a:rPr lang="ru-RU" dirty="0"/>
                            <a:t>вложенные циклы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4763198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)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Перебор всех комбинаций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4676912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Перебор всех перестановок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4411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63F72C28-304B-4F44-963E-176C8120C1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6038646"/>
                  </p:ext>
                </p:extLst>
              </p:nvPr>
            </p:nvGraphicFramePr>
            <p:xfrm>
              <a:off x="1140904" y="2910980"/>
              <a:ext cx="10515600" cy="33651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42986">
                      <a:extLst>
                        <a:ext uri="{9D8B030D-6E8A-4147-A177-3AD203B41FA5}">
                          <a16:colId xmlns:a16="http://schemas.microsoft.com/office/drawing/2014/main" val="2367039319"/>
                        </a:ext>
                      </a:extLst>
                    </a:gridCol>
                    <a:gridCol w="7972614">
                      <a:extLst>
                        <a:ext uri="{9D8B030D-6E8A-4147-A177-3AD203B41FA5}">
                          <a16:colId xmlns:a16="http://schemas.microsoft.com/office/drawing/2014/main" val="3049050945"/>
                        </a:ext>
                      </a:extLst>
                    </a:gridCol>
                  </a:tblGrid>
                  <a:tr h="420648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Пример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115462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0" t="-107246" r="-314868" b="-6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Доступ к элементу по индексу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7196200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0" t="-207246" r="-314868" b="-5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Бинарный поиск</a:t>
                          </a:r>
                          <a:r>
                            <a:rPr lang="en-US" dirty="0"/>
                            <a:t> (</a:t>
                          </a:r>
                          <a:r>
                            <a:rPr lang="ru-RU" dirty="0"/>
                            <a:t>в отсортированном массиве</a:t>
                          </a:r>
                          <a:r>
                            <a:rPr lang="en-US" dirty="0"/>
                            <a:t>)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625547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0" t="-302857" r="-314868" b="-4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Поиск элемента в массиве без сортировки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6981492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0" t="-408696" r="-314868" b="-310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Быстрая сортировка (тот самый </a:t>
                          </a:r>
                          <a:r>
                            <a:rPr lang="en-US" dirty="0"/>
                            <a:t>std::sort()</a:t>
                          </a:r>
                          <a:r>
                            <a:rPr lang="ru-RU" dirty="0"/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6389076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0" t="-508696" r="-314868" b="-210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Сортировка пузырьком</a:t>
                          </a:r>
                          <a:r>
                            <a:rPr lang="en-US" dirty="0"/>
                            <a:t>, </a:t>
                          </a:r>
                          <a:r>
                            <a:rPr lang="ru-RU" dirty="0"/>
                            <a:t>вложенные циклы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4763198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0" t="-608696" r="-314868" b="-110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Перебор всех комбинаций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4676912"/>
                      </a:ext>
                    </a:extLst>
                  </a:tr>
                  <a:tr h="42064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0" t="-708696" r="-314868" b="-10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Перебор всех перестановок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44113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309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11B4F-02B2-4104-916C-7D8BBD3E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8666"/>
          </a:xfrm>
        </p:spPr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Примеры оценки кода с помощью </a:t>
            </a:r>
            <a:r>
              <a:rPr lang="en-US" dirty="0">
                <a:latin typeface="Bahnschrift" panose="020B0502040204020203" pitchFamily="34" charset="0"/>
              </a:rPr>
              <a:t>Big O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18EC1A-5DC0-4E51-94BE-475FB10B2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349"/>
            <a:ext cx="10515600" cy="49186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10; i++) sum += i;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size_arr; i++) sum += arr[i];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size_arr; i++)</a:t>
            </a:r>
            <a:b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j = 0; j &lt;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size_arr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sum +=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][j];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fib(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  <a:b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&lt;= 1)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fib(</a:t>
            </a:r>
            <a:r>
              <a:rPr lang="pt-BR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- 1) + fib(</a:t>
            </a:r>
            <a:r>
              <a:rPr lang="pt-BR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- 2);</a:t>
            </a:r>
            <a:b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halfLoop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  <a:b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1) {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/= 2;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b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093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AC9FB-8E93-4CF5-926E-46137C727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Ключевые моменты </a:t>
            </a:r>
            <a:r>
              <a:rPr lang="en-US" dirty="0">
                <a:latin typeface="Bahnschrift" panose="020B0502040204020203" pitchFamily="34" charset="0"/>
              </a:rPr>
              <a:t>Big O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108D73-6134-4ADC-8F84-61CD430A2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294"/>
            <a:ext cx="10515600" cy="4876669"/>
          </a:xfrm>
        </p:spPr>
        <p:txBody>
          <a:bodyPr/>
          <a:lstStyle/>
          <a:p>
            <a:r>
              <a:rPr lang="ru-RU" dirty="0"/>
              <a:t>Определение </a:t>
            </a:r>
            <a:r>
              <a:rPr lang="en-US" dirty="0"/>
              <a:t>n – </a:t>
            </a:r>
            <a:r>
              <a:rPr lang="ru-RU" dirty="0"/>
              <a:t>размер входных данных</a:t>
            </a:r>
          </a:p>
          <a:p>
            <a:r>
              <a:rPr lang="ru-RU" dirty="0"/>
              <a:t>Нужно посчитать циклы, вложенные циклы, рекурсии</a:t>
            </a:r>
          </a:p>
          <a:p>
            <a:r>
              <a:rPr lang="ru-RU" dirty="0"/>
              <a:t>Среди независимых операций выбрать самую медленную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315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13FEB-7DF1-45B5-B70E-8478BFF62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>
            <a:normAutofit/>
          </a:bodyPr>
          <a:lstStyle/>
          <a:p>
            <a:r>
              <a:rPr lang="ru-RU" dirty="0">
                <a:latin typeface="Bahnschrift" panose="020B0502040204020203" pitchFamily="34" charset="0"/>
              </a:rPr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CF369C-50A1-426E-BE00-C5778E566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072"/>
            <a:ext cx="10515600" cy="48598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Задан двумерный массив </a:t>
            </a:r>
            <a:r>
              <a:rPr lang="en-US" sz="2400" dirty="0"/>
              <a:t>std::vector&lt;std::vector&lt;int&gt;&gt;</a:t>
            </a:r>
            <a:r>
              <a:rPr lang="ru-RU" sz="2400" dirty="0"/>
              <a:t> размером </a:t>
            </a:r>
            <a:r>
              <a:rPr lang="en-US" sz="2400" dirty="0"/>
              <a:t>n</a:t>
            </a:r>
            <a:r>
              <a:rPr lang="ru-RU" sz="2400" dirty="0"/>
              <a:t> на </a:t>
            </a:r>
            <a:r>
              <a:rPr lang="en-US" sz="2400" dirty="0"/>
              <a:t>m (</a:t>
            </a:r>
            <a:r>
              <a:rPr lang="ru-RU" sz="2400" dirty="0"/>
              <a:t>пользовательский ввод</a:t>
            </a:r>
            <a:r>
              <a:rPr lang="en-US" sz="2400" dirty="0"/>
              <a:t>).</a:t>
            </a:r>
            <a:endParaRPr lang="ru-RU" sz="2400" dirty="0"/>
          </a:p>
          <a:p>
            <a:pPr algn="just"/>
            <a:r>
              <a:rPr lang="ru-RU" sz="2400" dirty="0"/>
              <a:t>Заполнить массив случайной генерацией чисел (можно использовать </a:t>
            </a:r>
            <a:r>
              <a:rPr lang="en-US" sz="2400" dirty="0" err="1"/>
              <a:t>srand</a:t>
            </a:r>
            <a:r>
              <a:rPr lang="en-US" sz="2400" dirty="0"/>
              <a:t>() </a:t>
            </a:r>
            <a:r>
              <a:rPr lang="ru-RU" sz="2400" dirty="0"/>
              <a:t>или другие методы генерации)</a:t>
            </a:r>
          </a:p>
          <a:p>
            <a:pPr algn="just"/>
            <a:r>
              <a:rPr lang="ru-RU" sz="2400" dirty="0"/>
              <a:t>С помощью алгоритма </a:t>
            </a:r>
            <a:r>
              <a:rPr lang="en-US" sz="2400" dirty="0"/>
              <a:t>transform</a:t>
            </a:r>
            <a:r>
              <a:rPr lang="ru-RU" sz="2400" dirty="0"/>
              <a:t>() возвести все числа в квадрат</a:t>
            </a:r>
          </a:p>
          <a:p>
            <a:pPr algn="just"/>
            <a:r>
              <a:rPr lang="ru-RU" sz="2400" dirty="0"/>
              <a:t>Подсказка по алгоритму </a:t>
            </a:r>
            <a:r>
              <a:rPr lang="en-US" sz="2400" dirty="0"/>
              <a:t>transform</a:t>
            </a:r>
            <a:r>
              <a:rPr lang="ru-RU" sz="2400" dirty="0"/>
              <a:t>. Алгоритм принимает: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sz="2000" dirty="0"/>
              <a:t>итератор на начало вектора, откуда будут браться данные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sz="2000" dirty="0"/>
              <a:t>итератор на конец вектора, откуда будут браться данные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sz="2000" dirty="0"/>
              <a:t>итератор на начало </a:t>
            </a:r>
            <a:r>
              <a:rPr lang="ru-RU" sz="2000" b="1" dirty="0"/>
              <a:t>результирующего</a:t>
            </a:r>
            <a:r>
              <a:rPr lang="ru-RU" sz="2000" dirty="0"/>
              <a:t> вектора (куда будет записан результат, нужно передать итератор на начало исходного вектора!)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sz="2000" dirty="0"/>
              <a:t>лямбда функция, возвращающая возведение числа в квадрат, </a:t>
            </a:r>
            <a:r>
              <a:rPr lang="ru-RU" sz="2000" b="1" dirty="0"/>
              <a:t>переданного через параметр</a:t>
            </a:r>
            <a:r>
              <a:rPr lang="ru-RU" sz="2000" dirty="0"/>
              <a:t> (не захват!)</a:t>
            </a:r>
            <a:endParaRPr lang="en-US" sz="2000" b="1" dirty="0"/>
          </a:p>
          <a:p>
            <a:pPr marL="514350" indent="-514350">
              <a:buFont typeface="+mj-lt"/>
              <a:buAutoNum type="arabicPeriod"/>
            </a:pPr>
            <a:endParaRPr lang="ru-RU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1591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1257</Words>
  <Application>Microsoft Office PowerPoint</Application>
  <PresentationFormat>Широкоэкранный</PresentationFormat>
  <Paragraphs>136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Arial</vt:lpstr>
      <vt:lpstr>Bahnschrift</vt:lpstr>
      <vt:lpstr>Calibri</vt:lpstr>
      <vt:lpstr>Calibri Light</vt:lpstr>
      <vt:lpstr>Cambria Math</vt:lpstr>
      <vt:lpstr>Cascadia Mono</vt:lpstr>
      <vt:lpstr>Consolas</vt:lpstr>
      <vt:lpstr>Courier New</vt:lpstr>
      <vt:lpstr>Тема Office</vt:lpstr>
      <vt:lpstr>Лямбда -функции</vt:lpstr>
      <vt:lpstr>Разминка по векторам</vt:lpstr>
      <vt:lpstr>Суть лямбда-функций (λ)</vt:lpstr>
      <vt:lpstr>Структура лямбда-функции</vt:lpstr>
      <vt:lpstr>Тонкости захвата</vt:lpstr>
      <vt:lpstr>Тонкости модификаторов доступа</vt:lpstr>
      <vt:lpstr>Пример сортировки </vt:lpstr>
      <vt:lpstr>Поиск по условию </vt:lpstr>
      <vt:lpstr>Использование захвата по ссылке</vt:lpstr>
      <vt:lpstr>Задачи</vt:lpstr>
      <vt:lpstr>Анализ алгоритма с помощью Big O notation</vt:lpstr>
      <vt:lpstr>Примеры оценки кода с помощью Big O</vt:lpstr>
      <vt:lpstr>Ключевые моменты Big O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Лямбда -функции</dc:title>
  <dc:creator>varitch.rodion.2@gmail.com</dc:creator>
  <cp:lastModifiedBy>varitch.rodion.2@gmail.com</cp:lastModifiedBy>
  <cp:revision>20</cp:revision>
  <dcterms:created xsi:type="dcterms:W3CDTF">2025-10-30T11:09:45Z</dcterms:created>
  <dcterms:modified xsi:type="dcterms:W3CDTF">2025-10-30T19:04:08Z</dcterms:modified>
</cp:coreProperties>
</file>