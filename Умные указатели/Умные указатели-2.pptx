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10DD80-09D3-4A8B-A86F-E15D3DB3C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F42527A-3AF4-4140-AFE1-9E96BF13F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210D39-35D6-48CE-B4BB-D0EF92017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0936-C4BF-4B0D-AAB7-323CA1CCEBF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F24F14-9C9A-4EE4-BCBE-19E08BDD7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038153-7C9F-44AB-AF02-D83CC5E0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AC19F-280A-4FFB-8651-62813B926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970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57D116-5811-44E7-8386-7DEC582AD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CEAC4F-9583-4E13-9B51-A4ABCC775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E9D187-DF25-4E19-A898-6ED795756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0936-C4BF-4B0D-AAB7-323CA1CCEBF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59C066-6DEE-4D52-A46B-9931F24A8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75C520-5E2A-460C-9741-9ECCC356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AC19F-280A-4FFB-8651-62813B926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069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1662F9-9DEC-4069-81E1-33822D61E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5604FF-933E-4E06-BFE9-04A743C9E9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B49476-F60B-4912-80B1-48A54906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0936-C4BF-4B0D-AAB7-323CA1CCEBF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28928F-FC5F-4414-9A72-6CD051448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DAB6C8-1E32-4D61-9775-09AB53A76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AC19F-280A-4FFB-8651-62813B926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0589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3F830-3F9F-4E0A-825E-5FD2F9789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0A5D52-3271-4B61-8130-E52853B46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8C2145A-B260-401E-8394-3AD7BB97F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3E1187F-B4A4-431E-885F-1797A0773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0936-C4BF-4B0D-AAB7-323CA1CCEBF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89E3F42-847F-477F-92AE-C39C99A0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82262B-9D5E-4583-A68B-2CF8D1886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AC19F-280A-4FFB-8651-62813B926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883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21966-3D1B-4B65-8178-0D54EB89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D9E28D-4057-49C1-97F4-148CE4898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13C08E-A42D-4F46-A370-B222D2A49E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D4FBC4-696C-4339-BEF9-9375BC7B4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58B094-09DC-4DD0-AFB5-6512F6D092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7B6F16B-486D-41C1-ACD1-014A80B4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0936-C4BF-4B0D-AAB7-323CA1CCEBF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A5F663-3DC0-4F83-AE7C-B43111522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4B4280F-85C2-4526-8CA1-7EFCE1D30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AC19F-280A-4FFB-8651-62813B926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041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07456-2CF6-4A73-B746-69CB055C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69EADAA-2623-4616-8E62-AB3471C1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0936-C4BF-4B0D-AAB7-323CA1CCEBF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986322-DB87-4AD9-96F3-CFA6CFFB4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043018-896C-42DC-BD48-0F9B9983E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AC19F-280A-4FFB-8651-62813B926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939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AA4DE6-39A5-4E1E-98D4-F77CBEE26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0936-C4BF-4B0D-AAB7-323CA1CCEBF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B9EC70A-8E3B-48A3-9A65-424EF1309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8E7876-D92E-47F5-A3A4-EBB845382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AC19F-280A-4FFB-8651-62813B926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06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2BE814-C8C9-4E04-9AC6-A7F41200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BC7B42-0A29-40C7-9829-9F7AE0673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7F649B-6D0F-409B-9EB2-133D2EBA21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B44C159-7E7C-40ED-ADEC-F254A5C3A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0936-C4BF-4B0D-AAB7-323CA1CCEBF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B62A8E-AA78-4E8A-B332-95D90621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FD46E2-9460-41BD-859A-1C618C44D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AC19F-280A-4FFB-8651-62813B926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906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BF1DE-E4C5-4FC1-9635-626782F72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37D5371-B0D0-47DF-81F4-E0946B95F3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3FC56F1-4BFC-4AE8-8961-C1F68C7160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1FA40C-E065-48E5-9CDD-BDA8E95E4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0936-C4BF-4B0D-AAB7-323CA1CCEBF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B1F9C9-366A-480D-BA02-F9726AF5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3677CB-CFD5-404A-8D63-CC6BEB95B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AC19F-280A-4FFB-8651-62813B926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697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C94227-8A07-4849-93D1-9CA723340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7F866C-D5BB-4F22-834E-E0584FCB0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973347E-AD57-428D-9A7D-F7DF41BC1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0936-C4BF-4B0D-AAB7-323CA1CCEBF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DDE42F-4CC3-4351-9C5A-B5A3781EC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D4F755-44C6-4FDC-A48A-2012438D4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AC19F-280A-4FFB-8651-62813B926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441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A4D5169-3A8C-4714-9745-5688BBF02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4C2A951-0D37-4676-9D55-B4136CB10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DAB382-12BC-4097-B272-EB72AB32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70936-C4BF-4B0D-AAB7-323CA1CCEBF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A7BC8B-9B2A-4755-8860-2C97183BD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593B60-F057-4C30-9B52-59396C4F0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AC19F-280A-4FFB-8651-62813B926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630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E9475D-8037-41DC-B3BC-23C27B1E9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3BE64E-F173-4DD7-B52F-9068F99F3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C4FB98-AF34-44D5-868D-E89EE87634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770936-C4BF-4B0D-AAB7-323CA1CCEBF9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AA18B-9DD7-41AA-A6D0-4E09E1A75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7B1E26-095B-4607-890E-5B4814926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AC19F-280A-4FFB-8651-62813B92639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656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C97102-99ED-4C22-9E26-9CD64BF29C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ru-RU" dirty="0"/>
              <a:t>Умные указатели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AEB784E-89C0-405F-97EB-86070AA08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endParaRPr lang="ru-RU" dirty="0"/>
          </a:p>
          <a:p>
            <a:pPr algn="r"/>
            <a:r>
              <a:rPr lang="ru-RU" dirty="0"/>
              <a:t>06.11.2025</a:t>
            </a:r>
          </a:p>
        </p:txBody>
      </p:sp>
    </p:spTree>
    <p:extLst>
      <p:ext uri="{BB962C8B-B14F-4D97-AF65-F5344CB8AC3E}">
        <p14:creationId xmlns:p14="http://schemas.microsoft.com/office/powerpoint/2010/main" val="1195395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654800-048C-43E1-9950-5A1BD8570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477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unique_ptr</a:t>
            </a:r>
            <a:r>
              <a:rPr lang="en-US" dirty="0">
                <a:latin typeface="Consolas" panose="020B0609020204030204" pitchFamily="49" charset="0"/>
              </a:rPr>
              <a:t>&lt;&gt;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006620-0440-421E-ABEF-560D11F2C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«Уникальный» указатель</a:t>
            </a:r>
          </a:p>
          <a:p>
            <a:pPr algn="just"/>
            <a:r>
              <a:rPr lang="ru-RU" dirty="0"/>
              <a:t>Идея: единоличное владение объектом</a:t>
            </a:r>
          </a:p>
          <a:p>
            <a:pPr algn="just"/>
            <a:r>
              <a:rPr lang="ru-RU" dirty="0"/>
              <a:t>Следствие из идеи: копировать нельзя (оператор </a:t>
            </a:r>
            <a:r>
              <a:rPr lang="en-US" dirty="0"/>
              <a:t>“</a:t>
            </a:r>
            <a:r>
              <a:rPr lang="ru-RU" dirty="0"/>
              <a:t>=</a:t>
            </a:r>
            <a:r>
              <a:rPr lang="en-US" dirty="0"/>
              <a:t>“</a:t>
            </a:r>
            <a:r>
              <a:rPr lang="ru-RU" dirty="0"/>
              <a:t> не работает)</a:t>
            </a:r>
          </a:p>
          <a:p>
            <a:pPr algn="just"/>
            <a:r>
              <a:rPr lang="ru-RU" dirty="0"/>
              <a:t>Вместо копирования работает перемещение (</a:t>
            </a:r>
            <a:r>
              <a:rPr lang="en-US" dirty="0">
                <a:latin typeface="Consolas" panose="020B0609020204030204" pitchFamily="49" charset="0"/>
              </a:rPr>
              <a:t>std::move()</a:t>
            </a:r>
            <a:r>
              <a:rPr lang="ru-RU" dirty="0"/>
              <a:t>)</a:t>
            </a:r>
          </a:p>
          <a:p>
            <a:pPr algn="just"/>
            <a:r>
              <a:rPr lang="ru-RU" dirty="0"/>
              <a:t>Автоматически освобождает память при выходе</a:t>
            </a:r>
            <a:r>
              <a:rPr lang="en-US" dirty="0"/>
              <a:t> </a:t>
            </a:r>
            <a:r>
              <a:rPr lang="ru-RU" dirty="0"/>
              <a:t>из области видимости (даже при пойманных исключениях</a:t>
            </a:r>
            <a:r>
              <a:rPr lang="en-US" dirty="0"/>
              <a:t>!</a:t>
            </a:r>
            <a:r>
              <a:rPr lang="ru-RU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626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B72924-1B99-484C-A262-22C26F1E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941"/>
          </a:xfrm>
        </p:spPr>
        <p:txBody>
          <a:bodyPr>
            <a:noAutofit/>
          </a:bodyPr>
          <a:lstStyle/>
          <a:p>
            <a:r>
              <a:rPr lang="ru-RU" dirty="0"/>
              <a:t>Пример создания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B2959B-F93F-4F52-AE9E-ADBE28603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</a:rPr>
              <a:t>Создание объекта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unique_ptr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000" i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p1 = std::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make_unique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000" i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&gt;();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2400" dirty="0">
                <a:highlight>
                  <a:srgbClr val="FFFFFF"/>
                </a:highlight>
              </a:rPr>
              <a:t>Данный код не скомпилируется!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unique_ptr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000" i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p2 = p1;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</a:rPr>
              <a:t>Передача владения объекта посредством инструмента перемещения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std::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unique_ptr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000" i="1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typename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 p2 = std::move(p1);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nullptr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==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p1) std::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cout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&lt;&lt;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"p1 is null after move\n"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000" i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en-US" sz="2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 </a:t>
            </a:r>
            <a:r>
              <a:rPr lang="ru-RU" sz="2000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вывод произойдёт</a:t>
            </a:r>
          </a:p>
        </p:txBody>
      </p:sp>
    </p:spTree>
    <p:extLst>
      <p:ext uri="{BB962C8B-B14F-4D97-AF65-F5344CB8AC3E}">
        <p14:creationId xmlns:p14="http://schemas.microsoft.com/office/powerpoint/2010/main" val="3408282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81B88D-0D93-4528-B9B9-45020EA4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444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unique_ptr</a:t>
            </a:r>
            <a:r>
              <a:rPr lang="en-US" dirty="0">
                <a:latin typeface="Consolas" panose="020B0609020204030204" pitchFamily="49" charset="0"/>
              </a:rPr>
              <a:t>&lt;&gt;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61BA9C-5793-4FF5-81E0-C6F4999C4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Передача указателя в функцию</a:t>
            </a:r>
          </a:p>
          <a:p>
            <a:pPr algn="just"/>
            <a:r>
              <a:rPr lang="ru-RU" dirty="0"/>
              <a:t>Если нам нужно «передать владение объектом функции», типом аргументом функции станет </a:t>
            </a:r>
            <a:r>
              <a:rPr lang="en-US" dirty="0">
                <a:latin typeface="Consolas" panose="020B0609020204030204" pitchFamily="49" charset="0"/>
              </a:rPr>
              <a:t>std::</a:t>
            </a:r>
            <a:r>
              <a:rPr lang="en-US" dirty="0" err="1">
                <a:latin typeface="Consolas" panose="020B0609020204030204" pitchFamily="49" charset="0"/>
              </a:rPr>
              <a:t>unique_ptr</a:t>
            </a:r>
            <a:r>
              <a:rPr lang="en-US" dirty="0">
                <a:latin typeface="Consolas" panose="020B0609020204030204" pitchFamily="49" charset="0"/>
              </a:rPr>
              <a:t>&lt;&gt;</a:t>
            </a:r>
          </a:p>
          <a:p>
            <a:pPr algn="just"/>
            <a:r>
              <a:rPr lang="ru-RU" dirty="0"/>
              <a:t>Для избегания передачи владения объектом: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ru-RU" dirty="0"/>
              <a:t> В качестве аргумента передаём «сырой» указатель с помощью метода </a:t>
            </a:r>
            <a:r>
              <a:rPr lang="en-US" dirty="0" err="1">
                <a:latin typeface="Consolas" panose="020B0609020204030204" pitchFamily="49" charset="0"/>
              </a:rPr>
              <a:t>u_ptr.get</a:t>
            </a:r>
            <a:r>
              <a:rPr lang="en-US" dirty="0">
                <a:latin typeface="Consolas" panose="020B0609020204030204" pitchFamily="49" charset="0"/>
              </a:rPr>
              <a:t>()</a:t>
            </a:r>
            <a:r>
              <a:rPr lang="en-US" dirty="0"/>
              <a:t>. </a:t>
            </a:r>
            <a:r>
              <a:rPr lang="ru-RU" dirty="0"/>
              <a:t>Следовательно, типом аргумента функции станет </a:t>
            </a:r>
            <a:r>
              <a:rPr lang="en-US" dirty="0">
                <a:latin typeface="Consolas" panose="020B0609020204030204" pitchFamily="49" charset="0"/>
              </a:rPr>
              <a:t>T*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ru-RU" dirty="0"/>
              <a:t>В качестве аргумента можно передать </a:t>
            </a:r>
            <a:r>
              <a:rPr lang="en-US" dirty="0">
                <a:latin typeface="Consolas" panose="020B0609020204030204" pitchFamily="49" charset="0"/>
              </a:rPr>
              <a:t>*</a:t>
            </a:r>
            <a:r>
              <a:rPr lang="en-US" dirty="0" err="1">
                <a:latin typeface="Consolas" panose="020B0609020204030204" pitchFamily="49" charset="0"/>
              </a:rPr>
              <a:t>u_ptr</a:t>
            </a:r>
            <a:r>
              <a:rPr lang="en-US" dirty="0"/>
              <a:t>. </a:t>
            </a:r>
            <a:r>
              <a:rPr lang="ru-RU" dirty="0"/>
              <a:t>Тогда типом аргумента функции станет </a:t>
            </a:r>
            <a:r>
              <a:rPr lang="en-US" dirty="0">
                <a:latin typeface="Consolas" panose="020B0609020204030204" pitchFamily="49" charset="0"/>
              </a:rPr>
              <a:t>T&amp;</a:t>
            </a:r>
            <a:endParaRPr lang="ru-RU" dirty="0"/>
          </a:p>
          <a:p>
            <a:pPr marL="0" indent="0" algn="just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834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88E16-0430-4141-81FA-5801AD2D6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609"/>
          </a:xfrm>
        </p:spPr>
        <p:txBody>
          <a:bodyPr>
            <a:normAutofit fontScale="90000"/>
          </a:bodyPr>
          <a:lstStyle/>
          <a:p>
            <a:r>
              <a:rPr lang="ru-RU" dirty="0"/>
              <a:t>Создание массива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E8C139-6D80-4A75-A711-1A901F92A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0294"/>
            <a:ext cx="10515600" cy="4876669"/>
          </a:xfrm>
        </p:spPr>
        <p:txBody>
          <a:bodyPr/>
          <a:lstStyle/>
          <a:p>
            <a:r>
              <a:rPr lang="ru-RU" dirty="0"/>
              <a:t>Пример создания</a:t>
            </a:r>
            <a:r>
              <a:rPr lang="en-US" dirty="0"/>
              <a:t> </a:t>
            </a:r>
            <a:r>
              <a:rPr lang="ru-RU" dirty="0"/>
              <a:t>одномерного массива</a:t>
            </a: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std::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unique_ptr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000" i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[]&gt;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p_arr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</a:t>
            </a:r>
            <a:b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</a:br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					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std::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make_unique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2000" i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typename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[]&gt;(N);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</a:rPr>
              <a:t>N – </a:t>
            </a:r>
            <a:r>
              <a:rPr lang="ru-RU" sz="2400" dirty="0">
                <a:solidFill>
                  <a:srgbClr val="000000"/>
                </a:solidFill>
                <a:highlight>
                  <a:srgbClr val="FFFFFF"/>
                </a:highlight>
              </a:rPr>
              <a:t>размер массива</a:t>
            </a: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</a:rPr>
              <a:t>Взятие элемента по индексу: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p_arr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[index];</a:t>
            </a: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</a:rPr>
              <a:t>Создание двумерного массива</a:t>
            </a:r>
          </a:p>
          <a:p>
            <a:pPr marL="0" indent="0">
              <a:buNone/>
            </a:pPr>
            <a:r>
              <a:rPr lang="ru-RU" sz="2000" i="1" dirty="0">
                <a:solidFill>
                  <a:srgbClr val="000000"/>
                </a:solidFill>
                <a:highlight>
                  <a:srgbClr val="FFFFFF"/>
                </a:highlight>
              </a:rPr>
              <a:t>	поразмышляем…</a:t>
            </a:r>
          </a:p>
        </p:txBody>
      </p:sp>
    </p:spTree>
    <p:extLst>
      <p:ext uri="{BB962C8B-B14F-4D97-AF65-F5344CB8AC3E}">
        <p14:creationId xmlns:p14="http://schemas.microsoft.com/office/powerpoint/2010/main" val="4272526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02491E-B520-4917-A339-DE935E9B7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1220"/>
          </a:xfrm>
        </p:spPr>
        <p:txBody>
          <a:bodyPr>
            <a:noAutofit/>
          </a:bodyPr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CF4F82-355F-4059-99BC-57352F90C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570"/>
            <a:ext cx="10515600" cy="542767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/>
              <a:t>Реализуйте создание одномерного массива объектов класса </a:t>
            </a:r>
            <a:r>
              <a:rPr lang="en-US" dirty="0"/>
              <a:t>Box</a:t>
            </a:r>
            <a:r>
              <a:rPr lang="ru-RU" dirty="0"/>
              <a:t> с помощью </a:t>
            </a:r>
            <a:r>
              <a:rPr lang="en-US" dirty="0"/>
              <a:t>smart-</a:t>
            </a:r>
            <a:r>
              <a:rPr lang="ru-RU" dirty="0"/>
              <a:t>указателя. Размер массива: 5 объектов</a:t>
            </a:r>
          </a:p>
          <a:p>
            <a:pPr algn="just"/>
            <a:r>
              <a:rPr lang="ru-RU" dirty="0"/>
              <a:t>Инициализируйте массив в цикле значениями, которые будет вводить пользователь (выведите сообщение приглашения ввода)</a:t>
            </a:r>
          </a:p>
          <a:p>
            <a:pPr algn="just"/>
            <a:r>
              <a:rPr lang="ru-RU" dirty="0"/>
              <a:t>Напишите лямбда функцию</a:t>
            </a:r>
          </a:p>
          <a:p>
            <a:pPr lvl="1" algn="just"/>
            <a:r>
              <a:rPr lang="ru-RU" dirty="0"/>
              <a:t>Принимающую число (по ссылке)</a:t>
            </a:r>
          </a:p>
          <a:p>
            <a:pPr lvl="1" algn="just"/>
            <a:r>
              <a:rPr lang="ru-RU" dirty="0"/>
              <a:t>Возводящую переданное число в квадрат</a:t>
            </a:r>
          </a:p>
          <a:p>
            <a:pPr algn="just"/>
            <a:r>
              <a:rPr lang="ru-RU" dirty="0"/>
              <a:t>Напишите новую лямбда функцию (без передачи владения)</a:t>
            </a:r>
          </a:p>
          <a:p>
            <a:pPr lvl="1" algn="just"/>
            <a:r>
              <a:rPr lang="ru-RU" dirty="0"/>
              <a:t>Принимающую массив + его размер + лямбда функцию</a:t>
            </a:r>
          </a:p>
          <a:p>
            <a:pPr lvl="1" algn="just"/>
            <a:r>
              <a:rPr lang="ru-RU" dirty="0"/>
              <a:t>Применяющую в цикле лямбда-функцию возведения в квадрат к каждому элементу массива</a:t>
            </a:r>
          </a:p>
          <a:p>
            <a:pPr algn="just"/>
            <a:r>
              <a:rPr lang="ru-RU" dirty="0"/>
              <a:t>Напишите лямбда-функцию (с передачей владения)</a:t>
            </a:r>
          </a:p>
          <a:p>
            <a:pPr lvl="1" algn="just"/>
            <a:r>
              <a:rPr lang="ru-RU" dirty="0"/>
              <a:t>Принимающую массив + размер</a:t>
            </a:r>
          </a:p>
          <a:p>
            <a:pPr lvl="1" algn="just"/>
            <a:r>
              <a:rPr lang="ru-RU" dirty="0"/>
              <a:t>Выводящую содержимое массива на экран</a:t>
            </a:r>
          </a:p>
          <a:p>
            <a:pPr algn="just"/>
            <a:r>
              <a:rPr lang="ru-RU" dirty="0"/>
              <a:t>Вызовите написанные лямбда-функции</a:t>
            </a:r>
          </a:p>
        </p:txBody>
      </p:sp>
    </p:spTree>
    <p:extLst>
      <p:ext uri="{BB962C8B-B14F-4D97-AF65-F5344CB8AC3E}">
        <p14:creationId xmlns:p14="http://schemas.microsoft.com/office/powerpoint/2010/main" val="18941676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378</Words>
  <Application>Microsoft Office PowerPoint</Application>
  <PresentationFormat>Широкоэкранный</PresentationFormat>
  <Paragraphs>47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Cascadia Mono</vt:lpstr>
      <vt:lpstr>Consolas</vt:lpstr>
      <vt:lpstr>Wingdings</vt:lpstr>
      <vt:lpstr>Тема Office</vt:lpstr>
      <vt:lpstr>Умные указатели</vt:lpstr>
      <vt:lpstr>std::unique_ptr&lt;&gt;</vt:lpstr>
      <vt:lpstr>Пример создания</vt:lpstr>
      <vt:lpstr>std::unique_ptr&lt;&gt;</vt:lpstr>
      <vt:lpstr>Создание массива</vt:lpstr>
      <vt:lpstr>Задание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Умные указатели</dc:title>
  <dc:creator>varitch.rodion.2@gmail.com</dc:creator>
  <cp:lastModifiedBy>varitch.rodion.2@gmail.com</cp:lastModifiedBy>
  <cp:revision>24</cp:revision>
  <dcterms:created xsi:type="dcterms:W3CDTF">2025-11-06T10:00:21Z</dcterms:created>
  <dcterms:modified xsi:type="dcterms:W3CDTF">2025-11-06T15:07:50Z</dcterms:modified>
</cp:coreProperties>
</file>