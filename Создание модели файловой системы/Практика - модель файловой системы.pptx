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9116CD-EA6E-4A22-B176-B0740355D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8FD85AB-C3B0-4F80-90CD-8A9F07B6D1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948C0E-F66C-4E44-9A50-DB965B7E9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0DF4-28FD-4B81-8200-365FBF3CC4B0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32824E-9741-4A44-ADB0-94747027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89CB7F-F527-4594-BDB0-24F8A0F7F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AE6FF-A37E-4E80-903C-A2438D5374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7792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FD2260-7F31-40E1-AFAA-1E734D2F4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FBF4C1-7648-4F0C-A6F7-D85D23BF2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375B22-0426-46EE-A4D8-BF53A7089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0DF4-28FD-4B81-8200-365FBF3CC4B0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3F58FB-8043-418C-A93E-90923DF0B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B5B942-E2A0-48CF-8689-ADE43E1FB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AE6FF-A37E-4E80-903C-A2438D5374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2637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9B3F24-AB88-4BA7-AB8D-F71FF087E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D2BA714-A5FE-45B5-A1CB-815E4C0E9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B9BA87-209A-4899-9951-3D1D712DF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0DF4-28FD-4B81-8200-365FBF3CC4B0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4FB898-D6B9-4D93-A6B4-C19C51729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2136E9-F12B-46C2-9FCD-DEADBA369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AE6FF-A37E-4E80-903C-A2438D5374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615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698AF3-74B3-49E7-8447-0E896CFBC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6B232D-32F8-4920-8C19-D7C83B10C5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4F944F1-7767-40EA-BD4F-31C93311A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B15AB1B-CA53-4EC6-9B54-BCC208043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0DF4-28FD-4B81-8200-365FBF3CC4B0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90731D8-7292-4E5A-853C-DA8170986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4F1E4A-8883-4DBD-9BBA-0CDBBF98F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AE6FF-A37E-4E80-903C-A2438D5374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5714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1BF4AA-9FD1-49BF-B64A-1F754ADD7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BD1061-3B6C-4CD3-8109-16D0AD410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740EE2-5F50-440F-9D69-DAF496550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D7C513E-A1BC-4FB0-AE84-205164AB5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DAD9253-1D0B-4AB3-926D-774A4F3CC2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8F553D2-2303-465F-A07C-8C6CDD13E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0DF4-28FD-4B81-8200-365FBF3CC4B0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DA11569-891E-4C0D-A3A2-DC97277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7C46D77-6E8A-4638-AF9F-98DAAC645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AE6FF-A37E-4E80-903C-A2438D5374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812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6F8402-B9DB-4E45-9070-FA9DB1294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4843F9E-3D6F-4B31-855B-29E3C61DF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0DF4-28FD-4B81-8200-365FBF3CC4B0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D081274-0351-4702-98ED-06D4488DD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35AA58C-FB70-40B6-91F5-9B2C23D2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AE6FF-A37E-4E80-903C-A2438D5374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264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E72824D-AC1B-4C6D-B722-F9BC29404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0DF4-28FD-4B81-8200-365FBF3CC4B0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0FDDC03-E040-4FD3-A535-CE3BF00B7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3B4430-E7DA-4B8B-8E79-04D34B4B6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AE6FF-A37E-4E80-903C-A2438D5374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987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8EAB67-D9DB-4BD2-9510-9FB7DBF8E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07502B-20A1-4A0D-9D8C-7A9557821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C45208-17D0-478E-92A7-D09382FB9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B826760-B849-471E-BCE7-41AFFFBE8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0DF4-28FD-4B81-8200-365FBF3CC4B0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AA2C1D-3C5D-400F-9D7B-15454864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C1CF25-4B37-42BA-B6B3-6CE1C18D6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AE6FF-A37E-4E80-903C-A2438D5374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6617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7A2DC5-04A4-4EF6-A4AF-C4EF19AA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98EDE9E-5048-49D6-A67A-C32A17BFAD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BDF09C4-33B9-49E5-A834-B73FFF157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473B0B-921C-4467-87C9-E71E6928C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0DF4-28FD-4B81-8200-365FBF3CC4B0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4B61B4-5DB4-43E6-AB2B-944AAEF91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0CDACE9-27A3-499F-AAA1-59EEF3A2C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AE6FF-A37E-4E80-903C-A2438D5374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549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3BDDF9-2898-4745-AE5B-10C2E8B7D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DCE88FD-DD91-4DB2-8BA7-0CA5BB737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19DD4C-E8B2-496B-8ABC-7CF255085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0DF4-28FD-4B81-8200-365FBF3CC4B0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E0BC1B-B51E-4843-8344-5649BA5AD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98A444-E0EE-492E-B8BC-2B86B54CA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AE6FF-A37E-4E80-903C-A2438D5374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880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96316E7-0248-4FD1-8929-5B0DA47105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53E4CCF-F370-45DF-9CD9-E65A17A50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82FB62-6C54-4FFD-BC55-9793B34F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0DF4-28FD-4B81-8200-365FBF3CC4B0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5CFD15-6810-4EDB-A269-629CD7B1C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40DA85-80EC-46C5-8636-91744EF06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AE6FF-A37E-4E80-903C-A2438D5374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7034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52213D-9EE0-4C29-9DA8-85C0C4C5B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CD4DDE-2FA6-46FD-88CD-B049EDF4B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4C9915-744D-404E-8009-8ED91D606D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B0DF4-28FD-4B81-8200-365FBF3CC4B0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E0A6B2-A1A7-416F-B595-E78745033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BEF790-FE46-49C1-8F38-2960D9561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AE6FF-A37E-4E80-903C-A2438D5374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043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CC101C-A409-4C2E-BC52-A556C88D5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1122363"/>
            <a:ext cx="10506635" cy="2387600"/>
          </a:xfrm>
        </p:spPr>
        <p:txBody>
          <a:bodyPr>
            <a:normAutofit/>
          </a:bodyPr>
          <a:lstStyle/>
          <a:p>
            <a:pPr algn="r"/>
            <a:r>
              <a:rPr lang="ru-RU" sz="4800" dirty="0"/>
              <a:t>Практика</a:t>
            </a:r>
            <a:br>
              <a:rPr lang="ru-RU" sz="4800" dirty="0"/>
            </a:br>
            <a:r>
              <a:rPr lang="ru-RU" sz="4800" dirty="0"/>
              <a:t>Создание модели файловой системы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6EE7D3-82BF-43A6-8371-828AD612D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02038"/>
            <a:ext cx="10201835" cy="1655762"/>
          </a:xfrm>
        </p:spPr>
        <p:txBody>
          <a:bodyPr/>
          <a:lstStyle/>
          <a:p>
            <a:pPr algn="r"/>
            <a:endParaRPr lang="ru-RU" dirty="0"/>
          </a:p>
          <a:p>
            <a:pPr algn="r"/>
            <a:r>
              <a:rPr lang="ru-RU" dirty="0"/>
              <a:t>13.11.2025</a:t>
            </a:r>
          </a:p>
        </p:txBody>
      </p:sp>
    </p:spTree>
    <p:extLst>
      <p:ext uri="{BB962C8B-B14F-4D97-AF65-F5344CB8AC3E}">
        <p14:creationId xmlns:p14="http://schemas.microsoft.com/office/powerpoint/2010/main" val="4211138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21F2C3-DD94-42F5-B8C7-AE440529E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6146"/>
          </a:xfrm>
        </p:spPr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405EE-AC3B-4D9B-B0A8-D0384CD37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65575"/>
          </a:xfrm>
        </p:spPr>
        <p:txBody>
          <a:bodyPr/>
          <a:lstStyle/>
          <a:p>
            <a:pPr algn="just"/>
            <a:r>
              <a:rPr lang="ru-RU" dirty="0"/>
              <a:t>Создать структуру, представляющую файлы и папки</a:t>
            </a:r>
          </a:p>
          <a:p>
            <a:pPr algn="just"/>
            <a:endParaRPr lang="ru-RU" dirty="0"/>
          </a:p>
          <a:p>
            <a:pPr marL="0" indent="0" algn="just">
              <a:buNone/>
            </a:pPr>
            <a:r>
              <a:rPr lang="ru-RU" dirty="0"/>
              <a:t>Вопросы</a:t>
            </a:r>
          </a:p>
          <a:p>
            <a:pPr algn="just"/>
            <a:r>
              <a:rPr lang="ru-RU" dirty="0"/>
              <a:t>Какие классы будут реализованы?</a:t>
            </a:r>
          </a:p>
          <a:p>
            <a:pPr algn="just"/>
            <a:r>
              <a:rPr lang="ru-RU" dirty="0"/>
              <a:t>Какое отношение будет организовано?</a:t>
            </a:r>
          </a:p>
        </p:txBody>
      </p:sp>
    </p:spTree>
    <p:extLst>
      <p:ext uri="{BB962C8B-B14F-4D97-AF65-F5344CB8AC3E}">
        <p14:creationId xmlns:p14="http://schemas.microsoft.com/office/powerpoint/2010/main" val="3072652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A30C37-6818-4959-A428-2D45733E0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5110"/>
          </a:xfrm>
        </p:spPr>
        <p:txBody>
          <a:bodyPr/>
          <a:lstStyle/>
          <a:p>
            <a:r>
              <a:rPr lang="ru-RU" dirty="0"/>
              <a:t>Проектирование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9D58EF-42EB-4686-922D-51BDCAF5E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dirty="0"/>
              <a:t>Для модели нашей будущей файловой системы реализуем классы «Файл» и «Директория».  Данные классы обладают общими свойствами и действиями:</a:t>
            </a:r>
          </a:p>
          <a:p>
            <a:pPr algn="just"/>
            <a:r>
              <a:rPr lang="ru-RU" dirty="0"/>
              <a:t>Имеют название</a:t>
            </a:r>
          </a:p>
          <a:p>
            <a:pPr algn="just"/>
            <a:r>
              <a:rPr lang="ru-RU" dirty="0"/>
              <a:t>Имеют размер</a:t>
            </a:r>
            <a:r>
              <a:rPr lang="en-US" dirty="0"/>
              <a:t> (</a:t>
            </a:r>
            <a:r>
              <a:rPr lang="ru-RU" dirty="0"/>
              <a:t>папка имеет размер в зависимости от вложенных в неё файлов – по сути, сумма</a:t>
            </a:r>
            <a:r>
              <a:rPr lang="en-US" dirty="0"/>
              <a:t>)</a:t>
            </a:r>
            <a:endParaRPr lang="ru-RU" dirty="0"/>
          </a:p>
          <a:p>
            <a:pPr algn="just"/>
            <a:r>
              <a:rPr lang="ru-RU" dirty="0"/>
              <a:t>Могут отображать информацию о себе (название, размер)</a:t>
            </a:r>
          </a:p>
          <a:p>
            <a:pPr algn="just"/>
            <a:endParaRPr lang="ru-RU" dirty="0"/>
          </a:p>
          <a:p>
            <a:pPr marL="0" indent="0" algn="just">
              <a:buNone/>
            </a:pPr>
            <a:r>
              <a:rPr lang="ru-RU" dirty="0"/>
              <a:t>Таким образом, если у нас классы имеют общие признаки и поведение, есть смысл создать </a:t>
            </a:r>
            <a:r>
              <a:rPr lang="ru-RU" i="1" dirty="0"/>
              <a:t>абстрактный </a:t>
            </a:r>
            <a:r>
              <a:rPr lang="ru-RU" dirty="0"/>
              <a:t>класс «Элемент файловой системы»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5187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053F86-0C19-4899-A64D-67F21FB10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2356"/>
          </a:xfrm>
        </p:spPr>
        <p:txBody>
          <a:bodyPr/>
          <a:lstStyle/>
          <a:p>
            <a:r>
              <a:rPr lang="ru-RU" dirty="0"/>
              <a:t>Проектирование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693B07-A358-4279-98EE-C45D82A9A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8776"/>
            <a:ext cx="10515600" cy="2519083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Классы, которые будут реализованы:</a:t>
            </a:r>
            <a:endParaRPr lang="en-US" dirty="0"/>
          </a:p>
          <a:p>
            <a:pPr algn="just"/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FileSystemElement</a:t>
            </a:r>
            <a:r>
              <a:rPr lang="en-US" dirty="0"/>
              <a:t> – </a:t>
            </a:r>
            <a:r>
              <a:rPr lang="ru-RU" dirty="0"/>
              <a:t>абстрактный класс: родительский класс для файлов и папок (элемент файловой системы)</a:t>
            </a:r>
          </a:p>
          <a:p>
            <a:pPr lvl="1" algn="just"/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FileSystemElement</a:t>
            </a:r>
            <a:r>
              <a:rPr lang="en-US" sz="3200" dirty="0"/>
              <a:t> </a:t>
            </a:r>
            <a:r>
              <a:rPr lang="en-US" sz="2800" dirty="0"/>
              <a:t>– </a:t>
            </a:r>
            <a:r>
              <a:rPr lang="ru-RU" sz="2800" dirty="0"/>
              <a:t>класс «Файл»</a:t>
            </a:r>
          </a:p>
          <a:p>
            <a:pPr lvl="1" algn="just"/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Folder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FileSystemElement</a:t>
            </a:r>
            <a:r>
              <a:rPr lang="en-US" sz="3200" dirty="0"/>
              <a:t> </a:t>
            </a:r>
            <a:r>
              <a:rPr lang="en-US" sz="2800" dirty="0"/>
              <a:t>– </a:t>
            </a:r>
            <a:r>
              <a:rPr lang="ru-RU" sz="2800" dirty="0"/>
              <a:t>класс «Папка»</a:t>
            </a:r>
          </a:p>
          <a:p>
            <a:pPr lvl="1"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3687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720DD9-DEC9-4160-B67D-6F9F8FA8A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7887"/>
          </a:xfrm>
        </p:spPr>
        <p:txBody>
          <a:bodyPr>
            <a:normAutofit fontScale="90000"/>
          </a:bodyPr>
          <a:lstStyle/>
          <a:p>
            <a:r>
              <a:rPr lang="en-US" dirty="0"/>
              <a:t>UML-</a:t>
            </a:r>
            <a:r>
              <a:rPr lang="ru-RU" dirty="0"/>
              <a:t>диаграмма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C0DF480-1F40-4378-837A-DB4E4DA598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859" y="1171387"/>
            <a:ext cx="6902823" cy="5321488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C5022C3-F214-4142-AD05-10DED56D0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094" y="1073064"/>
            <a:ext cx="7216588" cy="543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293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AAFE39-3F9A-4453-83B9-A59727371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9957"/>
          </a:xfrm>
        </p:spPr>
        <p:txBody>
          <a:bodyPr>
            <a:normAutofit fontScale="90000"/>
          </a:bodyPr>
          <a:lstStyle/>
          <a:p>
            <a:r>
              <a:rPr lang="en-US" dirty="0"/>
              <a:t>UML-</a:t>
            </a:r>
            <a:r>
              <a:rPr lang="ru-RU" dirty="0"/>
              <a:t>диаграмма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DEAB92-A375-4F55-9AF0-D285BC7B8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4376"/>
            <a:ext cx="10515600" cy="372035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Пояснения:</a:t>
            </a:r>
          </a:p>
          <a:p>
            <a:r>
              <a:rPr lang="en-US" sz="2400" dirty="0"/>
              <a:t>UML – unified modeling language (</a:t>
            </a:r>
            <a:r>
              <a:rPr lang="ru-RU" sz="2400" dirty="0"/>
              <a:t>унифицированный язык моделирования</a:t>
            </a:r>
            <a:r>
              <a:rPr lang="en-US" sz="2400" dirty="0"/>
              <a:t>)</a:t>
            </a:r>
            <a:endParaRPr lang="ru-RU" sz="2400" dirty="0"/>
          </a:p>
          <a:p>
            <a:r>
              <a:rPr lang="ru-RU" dirty="0"/>
              <a:t>                    </a:t>
            </a:r>
            <a:r>
              <a:rPr lang="ru-RU" sz="2400" dirty="0"/>
              <a:t>наследование</a:t>
            </a:r>
            <a:endParaRPr lang="ru-RU" dirty="0"/>
          </a:p>
          <a:p>
            <a:r>
              <a:rPr lang="ru-RU" dirty="0"/>
              <a:t>                    </a:t>
            </a:r>
            <a:r>
              <a:rPr lang="ru-RU" sz="2400" dirty="0"/>
              <a:t>композиция (при удалении папки уничтожаются все внутренние элементы)</a:t>
            </a:r>
          </a:p>
          <a:p>
            <a:r>
              <a:rPr lang="ru-RU" sz="2400" dirty="0"/>
              <a:t>«-» - </a:t>
            </a:r>
            <a:r>
              <a:rPr lang="en-US" sz="2400" dirty="0"/>
              <a:t>private-</a:t>
            </a:r>
            <a:r>
              <a:rPr lang="ru-RU" sz="2400" dirty="0"/>
              <a:t>поле</a:t>
            </a:r>
          </a:p>
          <a:p>
            <a:r>
              <a:rPr lang="ru-RU" sz="2400" dirty="0"/>
              <a:t>«+» - </a:t>
            </a:r>
            <a:r>
              <a:rPr lang="en-US" sz="2400" dirty="0"/>
              <a:t>public</a:t>
            </a:r>
            <a:r>
              <a:rPr lang="ru-RU" sz="2400" dirty="0"/>
              <a:t>-поле</a:t>
            </a:r>
          </a:p>
          <a:p>
            <a:r>
              <a:rPr lang="ru-RU" sz="2400" dirty="0"/>
              <a:t>«</a:t>
            </a:r>
            <a:r>
              <a:rPr lang="en-US" sz="2400" dirty="0"/>
              <a:t>#</a:t>
            </a:r>
            <a:r>
              <a:rPr lang="ru-RU" sz="2400" dirty="0"/>
              <a:t>»</a:t>
            </a:r>
            <a:r>
              <a:rPr lang="en-US" sz="2400" dirty="0"/>
              <a:t> - protected</a:t>
            </a:r>
            <a:r>
              <a:rPr lang="ru-RU" sz="2400" dirty="0"/>
              <a:t>-поле</a:t>
            </a:r>
          </a:p>
          <a:p>
            <a:endParaRPr lang="en-US" dirty="0"/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4BCB742-51C1-4B5A-8AB0-F185DB193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123" y="2167218"/>
            <a:ext cx="1421466" cy="37905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66288B8-CF9E-4CBE-AA1F-241512B3B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653" y="2725570"/>
            <a:ext cx="1472935" cy="30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232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9B786C-E4A3-4BF7-8F26-FE32AAFE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1CE12D-9EC6-4B75-8990-9F357C68C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2588"/>
            <a:ext cx="10515600" cy="4285410"/>
          </a:xfrm>
        </p:spPr>
        <p:txBody>
          <a:bodyPr/>
          <a:lstStyle/>
          <a:p>
            <a:pPr algn="just"/>
            <a:r>
              <a:rPr lang="ru-RU" dirty="0"/>
              <a:t>Напишите абстрактный базовый класс </a:t>
            </a:r>
            <a:r>
              <a:rPr lang="en-US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FileSystemElement</a:t>
            </a:r>
            <a:endParaRPr lang="ru-RU" sz="18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algn="just"/>
            <a:r>
              <a:rPr lang="ru-RU" dirty="0"/>
              <a:t>Напишите дочерний класс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</a:t>
            </a:r>
            <a:r>
              <a:rPr lang="ru-RU" dirty="0"/>
              <a:t>, публично наследуемый от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FileSystemElement</a:t>
            </a:r>
            <a:endParaRPr lang="ru-RU" sz="24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algn="just"/>
            <a:r>
              <a:rPr lang="ru-RU" dirty="0"/>
              <a:t>Напишите дочерний класс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Folder</a:t>
            </a:r>
            <a:r>
              <a:rPr lang="ru-RU" dirty="0"/>
              <a:t>, публично наследуемый от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FileSystemElement</a:t>
            </a:r>
            <a:endParaRPr lang="ru-RU" sz="24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algn="just"/>
            <a:r>
              <a:rPr lang="ru-RU" sz="2400" dirty="0"/>
              <a:t>В функции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</a:t>
            </a:r>
            <a:r>
              <a:rPr lang="ru-RU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/>
              <a:t>протестируйте работу реализованных классов</a:t>
            </a:r>
          </a:p>
        </p:txBody>
      </p:sp>
    </p:spTree>
    <p:extLst>
      <p:ext uri="{BB962C8B-B14F-4D97-AF65-F5344CB8AC3E}">
        <p14:creationId xmlns:p14="http://schemas.microsoft.com/office/powerpoint/2010/main" val="1658464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C0DD64-240C-43D1-BEF0-D9EF0266F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1322"/>
          </a:xfrm>
        </p:spPr>
        <p:txBody>
          <a:bodyPr/>
          <a:lstStyle/>
          <a:p>
            <a:r>
              <a:rPr lang="ru-RU" dirty="0"/>
              <a:t>Подсказка в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6FA5A5-EB2C-4CFF-A76E-FFD468743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141"/>
            <a:ext cx="10515600" cy="4688822"/>
          </a:xfrm>
        </p:spPr>
        <p:txBody>
          <a:bodyPr/>
          <a:lstStyle/>
          <a:p>
            <a:r>
              <a:rPr lang="ru-RU" dirty="0"/>
              <a:t>Пример вывода дерева файловой системы: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A9380A-5D49-4197-869D-DA626B3AE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036" y="2523284"/>
            <a:ext cx="6823462" cy="240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489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228</Words>
  <Application>Microsoft Office PowerPoint</Application>
  <PresentationFormat>Широкоэкранный</PresentationFormat>
  <Paragraphs>37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Cascadia Mono</vt:lpstr>
      <vt:lpstr>Тема Office</vt:lpstr>
      <vt:lpstr>Практика Создание модели файловой системы</vt:lpstr>
      <vt:lpstr>Задача</vt:lpstr>
      <vt:lpstr>Проектирование</vt:lpstr>
      <vt:lpstr>Проектирование</vt:lpstr>
      <vt:lpstr>UML-диаграмма</vt:lpstr>
      <vt:lpstr>UML-диаграмма</vt:lpstr>
      <vt:lpstr>Реализация</vt:lpstr>
      <vt:lpstr>Подсказка в реализации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Практика Создание модели файловой системы</dc:title>
  <dc:creator>varitch.rodion.2@gmail.com</dc:creator>
  <cp:lastModifiedBy>varitch.rodion.2@gmail.com</cp:lastModifiedBy>
  <cp:revision>6</cp:revision>
  <dcterms:created xsi:type="dcterms:W3CDTF">2025-11-13T12:14:06Z</dcterms:created>
  <dcterms:modified xsi:type="dcterms:W3CDTF">2025-11-13T13:23:17Z</dcterms:modified>
</cp:coreProperties>
</file>