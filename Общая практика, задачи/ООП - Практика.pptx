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69D56-288E-4571-8360-259376F11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EEB820-415F-4B6D-8B57-374846F1E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860733-369B-4AFE-A5B3-7C6A97F3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8DA6BE-94B8-4A3A-A27D-439A2F86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394102-E18B-481E-A3B8-B9CB4BDE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3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D8D18-A919-4051-B80B-96B3ECAE3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C51F03-4B33-4CD1-B9B3-E83EC2A1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C1AF16-866E-4EF0-A32A-8F3F3E86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0FF92-6BBD-40F9-B86E-939935F5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1F28DD-102A-47E8-B18E-0987266C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68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F2213-F932-44AB-B7D1-6BB6FB21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AFFD89-E530-46FD-A34F-92D6D1AE2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4821C-67A3-4EBC-AD4C-500A02D9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7E7E02-F706-46C4-807A-3ACFB5AC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821A8-DC9C-49B4-849E-B4E43C04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42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DCE13-E059-438E-A256-04498EE8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83873-6820-442E-9239-01180EC7A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E8D7F2-D69A-4094-9066-1BE3934EC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2AF605-C4A6-477F-8F33-E36D80949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608DAF-FE0A-4BBC-A0BD-244EB825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68ACCB-F455-449B-AD0D-15EDEFEA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47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9056F-A1A4-40C5-9ABB-55B755B7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A1EA82-9A92-438D-A028-9E02618FC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2A5422-7DC3-4A87-8696-E294897DC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402BD7-5361-4AE3-B7A0-2E9B451C9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7FDCE9A-4035-4F31-908D-8EE6331AF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7099596-D64E-4048-B7BA-C374F624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031C3F-5882-4829-9116-CDB8461A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B6FFD5-E6D0-4440-BF57-87C6A017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10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46420-72B5-4271-997C-A7F023A7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057C5CF-E94F-4A8E-9620-9BDFCB01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56A5827-4EF7-41D9-A013-151D5EED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50A928-34BB-40D2-98C4-52BE9A08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50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BA49A3A-D1B0-4083-8502-C051D6B4F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BDE02E-72A7-4E3F-AC0D-18C7472E1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518DD8-7CC0-406A-9D87-9E1F269A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94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19D1C-75C6-4092-AAB2-CF9C929F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924081-D2B9-4574-927B-36E2311B4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C533B4-60E9-4AC4-B6E4-66D01CD88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E2AED-1F7B-4A85-A8A3-74170A17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8DEC7B-8A02-4806-9680-04956D66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472529-6CEF-4069-B064-DAFE70FA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98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9E897-0927-4A0B-B9F6-9264D44F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E931FF-A6D4-4FE3-8D23-2F1BC1778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E90F0D-89C5-48FC-A98F-6A77540A4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87B666-AB08-41B9-93DF-D8A3FF48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8776BD-289D-4563-B560-A3EC7348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C05BE9-9B63-47A5-BA07-F4E44606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81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FA51B-5001-47D7-BFF3-07615444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43240B-88D0-4290-8349-2B2D8951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E666A4-823D-4908-8765-C89FA931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E23B66-F63F-4C2C-9CE9-9DBB7231D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EBE6D8-1456-4680-8F5C-74F09AC7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12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CA31E9-9D0C-4C37-B099-D37A6D55B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26498E-93BD-4E90-A6B0-CF4A683B3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09235A-4412-46B7-8924-391CA188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CBB24C-E0B2-4FDE-88B1-22E5CA9E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30500B-3620-4E7C-9773-3F6F11CA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1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C449A-021E-4896-8AF3-2E0FF52B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14E8D6-40C9-4FEE-A7BA-8B65AE84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2332C3-EB66-4600-A8BF-AA81F8A3F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B026D-24A1-4018-BC83-8C6D4FF54037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F2AB9A-E0D0-4891-AABA-5C86515C5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BBB494-D1F7-4729-A410-36AE7D3EC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E1281-4921-4D90-A146-EF62E38C2D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34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D09C5-ADF5-429F-A53D-01F293409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dirty="0"/>
              <a:t>ООП - Практика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C71064-C335-49B8-A83F-39D4877E4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/>
              <a:t>25.11.2025</a:t>
            </a:r>
          </a:p>
        </p:txBody>
      </p:sp>
    </p:spTree>
    <p:extLst>
      <p:ext uri="{BB962C8B-B14F-4D97-AF65-F5344CB8AC3E}">
        <p14:creationId xmlns:p14="http://schemas.microsoft.com/office/powerpoint/2010/main" val="365680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14DBE-6888-4D78-963E-532FEAC2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6521"/>
          </a:xfrm>
        </p:spPr>
        <p:txBody>
          <a:bodyPr>
            <a:noAutofit/>
          </a:bodyPr>
          <a:lstStyle/>
          <a:p>
            <a:r>
              <a:rPr lang="ru-RU" sz="3200" dirty="0"/>
              <a:t>Устная задача 1. Что будет выведено на экран и почему?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5238F9-43FA-4E19-9B60-4B169685A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659"/>
            <a:ext cx="10515600" cy="52443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f() {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"A::f"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f()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"B::f"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func_ref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}</a:t>
            </a:r>
          </a:p>
          <a:p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(b);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func_ref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(b);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6388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0D8CD-B16D-461E-8405-C05619F5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/>
          <a:p>
            <a:r>
              <a:rPr lang="ru-RU" sz="3200" dirty="0"/>
              <a:t>Устная задача 1.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9B0FD-782E-47FD-AC6A-AED40966F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882"/>
            <a:ext cx="10515600" cy="4115081"/>
          </a:xfrm>
        </p:spPr>
        <p:txBody>
          <a:bodyPr/>
          <a:lstStyle/>
          <a:p>
            <a:pPr algn="just"/>
            <a:r>
              <a:rPr lang="ru-RU" dirty="0"/>
              <a:t>Так как </a:t>
            </a:r>
            <a:r>
              <a:rPr lang="en-US" dirty="0" err="1"/>
              <a:t>func</a:t>
            </a:r>
            <a:r>
              <a:rPr lang="en-US" dirty="0"/>
              <a:t>() </a:t>
            </a:r>
            <a:r>
              <a:rPr lang="ru-RU" dirty="0"/>
              <a:t>принимает</a:t>
            </a:r>
            <a:r>
              <a:rPr lang="en-US" dirty="0"/>
              <a:t> </a:t>
            </a:r>
            <a:r>
              <a:rPr lang="ru-RU" dirty="0"/>
              <a:t>объекты базового класса А, то при передаче объекта по значению происходит так называемая «срезка»</a:t>
            </a:r>
          </a:p>
          <a:p>
            <a:pPr algn="just"/>
            <a:r>
              <a:rPr lang="ru-RU" dirty="0"/>
              <a:t>Ссылка типа базового класса может ссылаться на объект дочернего класса, поэтому при</a:t>
            </a:r>
            <a:r>
              <a:rPr lang="en-US" dirty="0"/>
              <a:t> </a:t>
            </a:r>
            <a:r>
              <a:rPr lang="ru-RU" dirty="0"/>
              <a:t>вызове </a:t>
            </a:r>
            <a:r>
              <a:rPr lang="en-US" dirty="0" err="1"/>
              <a:t>func_ref</a:t>
            </a:r>
            <a:r>
              <a:rPr lang="en-US" dirty="0"/>
              <a:t> </a:t>
            </a:r>
            <a:r>
              <a:rPr lang="ru-RU" dirty="0"/>
              <a:t>«срезка» не происходит</a:t>
            </a:r>
          </a:p>
          <a:p>
            <a:pPr algn="just"/>
            <a:r>
              <a:rPr lang="ru-RU" b="1" dirty="0"/>
              <a:t>Ответ</a:t>
            </a:r>
            <a:r>
              <a:rPr lang="ru-RU" dirty="0"/>
              <a:t>: </a:t>
            </a:r>
            <a:r>
              <a:rPr lang="en-US" dirty="0"/>
              <a:t>A::f B::f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9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FB8CF-D816-49B9-B480-0B4C7DC32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169"/>
          </a:xfrm>
        </p:spPr>
        <p:txBody>
          <a:bodyPr>
            <a:noAutofit/>
          </a:bodyPr>
          <a:lstStyle/>
          <a:p>
            <a:r>
              <a:rPr lang="ru-RU" sz="3200" dirty="0"/>
              <a:t>Устная задача </a:t>
            </a:r>
            <a:r>
              <a:rPr lang="en-US" sz="3200" dirty="0"/>
              <a:t>2</a:t>
            </a:r>
            <a:r>
              <a:rPr lang="ru-RU" sz="3200" dirty="0"/>
              <a:t>. Что будет выведено на экран и почему?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4D9EFF-7A90-439C-A25E-1582C5B2D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7374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Data(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Data(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"Copy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~Data()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set(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*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a(10);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 = a;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b.set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(20);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a.get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b.get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273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E2271-33EB-4A30-8728-8F4F96AAF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Устная задача </a:t>
            </a:r>
            <a:r>
              <a:rPr lang="en-US" sz="4400" dirty="0"/>
              <a:t>2</a:t>
            </a:r>
            <a:r>
              <a:rPr lang="ru-RU" sz="4400" dirty="0"/>
              <a:t>. Решение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36B7B-207C-43FC-AA56-7C57E3EF0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7999"/>
          </a:xfrm>
        </p:spPr>
        <p:txBody>
          <a:bodyPr/>
          <a:lstStyle/>
          <a:p>
            <a:pPr algn="just"/>
            <a:r>
              <a:rPr lang="ru-RU" dirty="0"/>
              <a:t>В конструкторе динамически выделяется память, в которую кладётся значение, передаваемое в качестве параметра</a:t>
            </a:r>
          </a:p>
          <a:p>
            <a:pPr algn="just"/>
            <a:r>
              <a:rPr lang="ru-RU" dirty="0"/>
              <a:t>В конструкторе копирование выделяется память, в которую кладётся значение. Это значение берётся из другого объекта, которое передаётся в качестве параметра</a:t>
            </a:r>
          </a:p>
          <a:p>
            <a:pPr algn="just"/>
            <a:r>
              <a:rPr lang="ru-RU" dirty="0"/>
              <a:t>У второго объекта сеттером изменяем значение</a:t>
            </a:r>
          </a:p>
          <a:p>
            <a:pPr algn="just"/>
            <a:r>
              <a:rPr lang="ru-RU" dirty="0"/>
              <a:t>Выводим данные с помощью геттеров</a:t>
            </a:r>
          </a:p>
          <a:p>
            <a:pPr algn="just"/>
            <a:r>
              <a:rPr lang="ru-RU" b="1" dirty="0"/>
              <a:t>Ответ</a:t>
            </a:r>
            <a:r>
              <a:rPr lang="ru-RU" dirty="0"/>
              <a:t>: </a:t>
            </a:r>
            <a:r>
              <a:rPr lang="en-US" dirty="0"/>
              <a:t>Copy 10 20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736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99C7B-1335-4BCF-B6C1-90634190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Устная задача </a:t>
            </a:r>
            <a:r>
              <a:rPr lang="en-US" sz="3600" dirty="0"/>
              <a:t>3</a:t>
            </a:r>
            <a:r>
              <a:rPr lang="ru-RU" sz="3600" dirty="0"/>
              <a:t>. Что будет выведено на экран и почему?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F751EB-3FD3-42D0-B28A-0599D5E4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1294"/>
            <a:ext cx="10515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data[3]{ 1,2,3 };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operator[]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0 ||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3)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out_of_range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"Index"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data[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exception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e)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"Error"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2425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A80B3-15BF-484B-8BCD-E00B4E79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>
            <a:normAutofit/>
          </a:bodyPr>
          <a:lstStyle/>
          <a:p>
            <a:r>
              <a:rPr lang="ru-RU" sz="4000" dirty="0"/>
              <a:t>Устная задача 3.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EB4E54-4C62-4F8B-A0A8-FAFB8ADF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1" y="1882588"/>
            <a:ext cx="10515600" cy="3030071"/>
          </a:xfrm>
        </p:spPr>
        <p:txBody>
          <a:bodyPr/>
          <a:lstStyle/>
          <a:p>
            <a:pPr algn="just"/>
            <a:r>
              <a:rPr lang="ru-RU" dirty="0"/>
              <a:t>Перегрузка оператора </a:t>
            </a:r>
            <a:r>
              <a:rPr lang="en-US" dirty="0"/>
              <a:t>[] </a:t>
            </a:r>
            <a:r>
              <a:rPr lang="ru-RU" dirty="0"/>
              <a:t>разрешает обращаться только к индексам </a:t>
            </a:r>
            <a:r>
              <a:rPr lang="en-US" dirty="0"/>
              <a:t>= {</a:t>
            </a:r>
            <a:r>
              <a:rPr lang="ru-RU" dirty="0"/>
              <a:t>0, 1, 2</a:t>
            </a:r>
            <a:r>
              <a:rPr lang="en-US" dirty="0"/>
              <a:t>}</a:t>
            </a:r>
            <a:endParaRPr lang="ru-RU" dirty="0"/>
          </a:p>
          <a:p>
            <a:pPr algn="just"/>
            <a:r>
              <a:rPr lang="ru-RU" dirty="0"/>
              <a:t>При обращении к иному индексу выбросится исключение</a:t>
            </a:r>
          </a:p>
          <a:p>
            <a:pPr algn="just"/>
            <a:r>
              <a:rPr lang="ru-RU" dirty="0"/>
              <a:t>Блок </a:t>
            </a:r>
            <a:r>
              <a:rPr lang="en-US" dirty="0"/>
              <a:t>try-catch</a:t>
            </a:r>
            <a:r>
              <a:rPr lang="ru-RU" dirty="0"/>
              <a:t> поймает исключение и сообщит об этом в консоли</a:t>
            </a:r>
          </a:p>
          <a:p>
            <a:pPr algn="just"/>
            <a:r>
              <a:rPr lang="ru-RU" b="1" dirty="0"/>
              <a:t>Ответ</a:t>
            </a:r>
            <a:r>
              <a:rPr lang="ru-RU" dirty="0"/>
              <a:t>: 2 </a:t>
            </a:r>
            <a:r>
              <a:rPr lang="en-US" dirty="0"/>
              <a:t>Error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90774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FF384-BD21-4A72-934B-163562F1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>
            <a:noAutofit/>
          </a:bodyPr>
          <a:lstStyle/>
          <a:p>
            <a:r>
              <a:rPr lang="ru-RU" sz="3200" dirty="0"/>
              <a:t>Устная задача 4. Что будет выведено на экран и почему?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CDB178-097E-4B05-A24F-53CFC057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128"/>
            <a:ext cx="10515600" cy="5255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Test() {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 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~Test() {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 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unique_ptr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p1 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make_unique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unique_ptr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p2 = std::move(p1);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"End"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9750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C0C2C-1365-4592-B7FA-748D8F6B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/>
          </a:bodyPr>
          <a:lstStyle/>
          <a:p>
            <a:r>
              <a:rPr lang="ru-RU" sz="4000" dirty="0"/>
              <a:t>Устная задача 4.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A2C5E-1394-49C7-972A-1D6BBE615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make_unique</a:t>
            </a:r>
            <a:r>
              <a:rPr lang="en-US" dirty="0"/>
              <a:t> </a:t>
            </a:r>
            <a:r>
              <a:rPr lang="ru-RU" dirty="0"/>
              <a:t>создаст объект – будет вызван конструктор (</a:t>
            </a:r>
            <a:r>
              <a:rPr lang="en-US" dirty="0"/>
              <a:t>C</a:t>
            </a:r>
            <a:r>
              <a:rPr lang="ru-RU" dirty="0"/>
              <a:t>)</a:t>
            </a:r>
          </a:p>
          <a:p>
            <a:pPr algn="just"/>
            <a:r>
              <a:rPr lang="en-US" dirty="0"/>
              <a:t>Move </a:t>
            </a:r>
            <a:r>
              <a:rPr lang="ru-RU" dirty="0"/>
              <a:t>передаст владение объектом (конструктор перемещения)</a:t>
            </a:r>
          </a:p>
          <a:p>
            <a:pPr algn="just"/>
            <a:r>
              <a:rPr lang="ru-RU" dirty="0"/>
              <a:t>Так как </a:t>
            </a:r>
            <a:r>
              <a:rPr lang="en-US" b="1" i="1" dirty="0"/>
              <a:t>p2</a:t>
            </a:r>
            <a:r>
              <a:rPr lang="ru-RU" b="1" i="1" dirty="0"/>
              <a:t> </a:t>
            </a:r>
            <a:r>
              <a:rPr lang="ru-RU" dirty="0"/>
              <a:t>находится в отдельном блоке, то при выходе из этого блока будет вызван деструктор объекта класса, на который указывает </a:t>
            </a:r>
            <a:r>
              <a:rPr lang="en-US" b="1" i="1" dirty="0"/>
              <a:t>p2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D</a:t>
            </a:r>
            <a:r>
              <a:rPr lang="ru-RU" dirty="0"/>
              <a:t>)</a:t>
            </a:r>
            <a:endParaRPr lang="en-US" dirty="0"/>
          </a:p>
          <a:p>
            <a:pPr algn="just"/>
            <a:r>
              <a:rPr lang="ru-RU" b="1" dirty="0"/>
              <a:t>Ответ</a:t>
            </a:r>
            <a:r>
              <a:rPr lang="ru-RU" dirty="0"/>
              <a:t>: </a:t>
            </a:r>
            <a:r>
              <a:rPr lang="en-US" dirty="0"/>
              <a:t>C D 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627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29249-A599-42C0-B439-BC779E70B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Autofit/>
          </a:bodyPr>
          <a:lstStyle/>
          <a:p>
            <a:r>
              <a:rPr lang="ru-RU" sz="3200" dirty="0"/>
              <a:t>Устная задача </a:t>
            </a:r>
            <a:r>
              <a:rPr lang="en-US" sz="3200" dirty="0"/>
              <a:t>5</a:t>
            </a:r>
            <a:r>
              <a:rPr lang="ru-RU" sz="3200" dirty="0"/>
              <a:t>. Что будет выведено на экран и почему?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C7D7F8-AFF7-4742-8674-A372583E8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059"/>
            <a:ext cx="10515600" cy="53160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0;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operator++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 x++;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operator++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 = *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x++;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t;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get()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x; }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2000" dirty="0" err="1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.get()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c).get();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49335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EAF46-0C51-4535-9132-269C7CEC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Устная задача </a:t>
            </a:r>
            <a:r>
              <a:rPr lang="en-US" sz="4400" dirty="0"/>
              <a:t>5</a:t>
            </a:r>
            <a:r>
              <a:rPr lang="ru-RU" sz="4400" dirty="0"/>
              <a:t>. Решение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7A4D0-1A70-49F6-9A86-2FCFA8183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909483"/>
            <a:ext cx="11349317" cy="382793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ru-RU" dirty="0"/>
              <a:t>– постфиксная запись инкремента (</a:t>
            </a:r>
            <a:r>
              <a:rPr lang="en-US" b="1" dirty="0"/>
              <a:t>x++</a:t>
            </a:r>
            <a:r>
              <a:rPr lang="ru-RU" dirty="0"/>
              <a:t>)</a:t>
            </a:r>
          </a:p>
          <a:p>
            <a:pPr algn="just"/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dirty="0"/>
              <a:t>– префиксная запись инкремента (</a:t>
            </a:r>
            <a:r>
              <a:rPr lang="en-US" b="1" dirty="0"/>
              <a:t>++x</a:t>
            </a:r>
            <a:r>
              <a:rPr lang="ru-RU" dirty="0"/>
              <a:t>)</a:t>
            </a:r>
            <a:endParaRPr lang="ru-RU" sz="2400" dirty="0"/>
          </a:p>
          <a:p>
            <a:pPr algn="just"/>
            <a:r>
              <a:rPr lang="ru-RU" dirty="0"/>
              <a:t>В перегрузке мы создаём объект, вызывая конструктор копирования</a:t>
            </a:r>
          </a:p>
          <a:p>
            <a:pPr algn="just"/>
            <a:r>
              <a:rPr lang="ru-RU" dirty="0"/>
              <a:t>В текущем объекте увеличиваем поле</a:t>
            </a:r>
          </a:p>
          <a:p>
            <a:pPr algn="just"/>
            <a:r>
              <a:rPr lang="ru-RU" dirty="0"/>
              <a:t>Возвращаем скопированный объект с </a:t>
            </a:r>
            <a:r>
              <a:rPr lang="ru-RU" i="1" dirty="0"/>
              <a:t>прежним значением</a:t>
            </a:r>
            <a:r>
              <a:rPr lang="ru-RU" dirty="0"/>
              <a:t>, то есть увеличиваем значение поля после всех манипуляций с объектом</a:t>
            </a:r>
          </a:p>
          <a:p>
            <a:pPr algn="just"/>
            <a:r>
              <a:rPr lang="ru-RU" b="1" dirty="0"/>
              <a:t>Ответ</a:t>
            </a:r>
            <a:r>
              <a:rPr lang="ru-RU" dirty="0"/>
              <a:t>: 0 2 </a:t>
            </a:r>
          </a:p>
        </p:txBody>
      </p:sp>
    </p:spTree>
    <p:extLst>
      <p:ext uri="{BB962C8B-B14F-4D97-AF65-F5344CB8AC3E}">
        <p14:creationId xmlns:p14="http://schemas.microsoft.com/office/powerpoint/2010/main" val="2945572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AE455-1A5F-4129-A3E8-C84BC474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82" y="365125"/>
            <a:ext cx="10815918" cy="818216"/>
          </a:xfrm>
        </p:spPr>
        <p:txBody>
          <a:bodyPr>
            <a:noAutofit/>
          </a:bodyPr>
          <a:lstStyle/>
          <a:p>
            <a:r>
              <a:rPr lang="ru-RU" sz="3200" dirty="0"/>
              <a:t>Задача 6. Практика</a:t>
            </a:r>
            <a:br>
              <a:rPr lang="ru-RU" sz="3200" dirty="0"/>
            </a:br>
            <a:r>
              <a:rPr lang="ru-RU" sz="2800" dirty="0"/>
              <a:t>Тема: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конструкторы, константные методы,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explicit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, оператор &lt;&lt;, оператор ==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68DB96-BA71-4109-B2FC-3C9DE7CD4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448" y="1554467"/>
            <a:ext cx="1109830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Задача: Создать класс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содержащий: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название (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цену (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Требования: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Сделать конструктор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Product(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Определить константный метод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Перегрузить оператор &lt;&lt; для вывода в поток.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Перегрузить оператор == (товары равны, если совпадают название и цена).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Мини-практика: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Создать несколько продуктов и сравнить их.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Вывести их в поток.</a:t>
            </a:r>
          </a:p>
        </p:txBody>
      </p:sp>
    </p:spTree>
    <p:extLst>
      <p:ext uri="{BB962C8B-B14F-4D97-AF65-F5344CB8AC3E}">
        <p14:creationId xmlns:p14="http://schemas.microsoft.com/office/powerpoint/2010/main" val="4189424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73D83-EAB3-471C-B290-CADBBCF45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651"/>
          </a:xfrm>
        </p:spPr>
        <p:txBody>
          <a:bodyPr>
            <a:noAutofit/>
          </a:bodyPr>
          <a:lstStyle/>
          <a:p>
            <a:r>
              <a:rPr lang="ru-RU" sz="3600" dirty="0"/>
              <a:t>Задача 7. Практика</a:t>
            </a:r>
            <a:br>
              <a:rPr lang="ru-RU" sz="3600" dirty="0"/>
            </a:br>
            <a:r>
              <a:rPr lang="ru-RU" sz="2800" dirty="0"/>
              <a:t>Тема: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виртуальные методы, наследование, полиморфизм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B05337-BDEA-4742-9348-12438217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2" y="1515034"/>
            <a:ext cx="10676965" cy="48230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Задача: Создать абстрактный класс </a:t>
            </a:r>
            <a:r>
              <a:rPr lang="en-US" dirty="0"/>
              <a:t>Shape </a:t>
            </a:r>
            <a:r>
              <a:rPr lang="ru-RU" dirty="0"/>
              <a:t>с виртуальными методами</a:t>
            </a:r>
          </a:p>
          <a:p>
            <a:pPr algn="just"/>
            <a:r>
              <a:rPr lang="en-US" sz="2400" dirty="0"/>
              <a:t>double area() const = 0;</a:t>
            </a:r>
            <a:endParaRPr lang="ru-RU" sz="2400" dirty="0"/>
          </a:p>
          <a:p>
            <a:pPr algn="just"/>
            <a:r>
              <a:rPr lang="en-US" sz="2400" dirty="0"/>
              <a:t>void print()</a:t>
            </a:r>
          </a:p>
          <a:p>
            <a:pPr marL="0" indent="0" algn="just">
              <a:buNone/>
            </a:pPr>
            <a:r>
              <a:rPr lang="ru-RU" dirty="0"/>
              <a:t>Создать классы</a:t>
            </a:r>
            <a:r>
              <a:rPr lang="en-US" dirty="0"/>
              <a:t> (</a:t>
            </a:r>
            <a:r>
              <a:rPr lang="ru-RU" dirty="0"/>
              <a:t>какие поля будут в каждом из классов?</a:t>
            </a:r>
            <a:r>
              <a:rPr lang="en-US" dirty="0"/>
              <a:t>)</a:t>
            </a:r>
            <a:r>
              <a:rPr lang="ru-RU" dirty="0"/>
              <a:t>:</a:t>
            </a:r>
          </a:p>
          <a:p>
            <a:pPr algn="just"/>
            <a:r>
              <a:rPr lang="en-US" sz="2400" dirty="0"/>
              <a:t>Circle</a:t>
            </a:r>
          </a:p>
          <a:p>
            <a:pPr algn="just"/>
            <a:r>
              <a:rPr lang="en-US" sz="2400" dirty="0"/>
              <a:t>Square</a:t>
            </a:r>
          </a:p>
          <a:p>
            <a:pPr marL="0" indent="0" algn="just">
              <a:buNone/>
            </a:pPr>
            <a:r>
              <a:rPr lang="ru-RU" dirty="0"/>
              <a:t>Мини-практика:</a:t>
            </a:r>
          </a:p>
          <a:p>
            <a:pPr algn="just"/>
            <a:r>
              <a:rPr lang="ru-RU" sz="2400" dirty="0"/>
              <a:t>Создать </a:t>
            </a:r>
            <a:r>
              <a:rPr lang="en-US" sz="2400" dirty="0"/>
              <a:t>vector&lt;</a:t>
            </a:r>
            <a:r>
              <a:rPr lang="en-US" sz="2400" dirty="0" err="1"/>
              <a:t>unique_ptr</a:t>
            </a:r>
            <a:r>
              <a:rPr lang="en-US" sz="2400" dirty="0"/>
              <a:t>&lt;Shape&gt;&gt;.</a:t>
            </a:r>
          </a:p>
          <a:p>
            <a:pPr algn="just"/>
            <a:r>
              <a:rPr lang="ru-RU" sz="2400" dirty="0"/>
              <a:t>Добавить несколько фигур</a:t>
            </a:r>
          </a:p>
          <a:p>
            <a:pPr algn="just"/>
            <a:r>
              <a:rPr lang="ru-RU" sz="2400" dirty="0"/>
              <a:t>Вывести площадь всех фигур и их суммарную площадь</a:t>
            </a:r>
          </a:p>
        </p:txBody>
      </p:sp>
    </p:spTree>
    <p:extLst>
      <p:ext uri="{BB962C8B-B14F-4D97-AF65-F5344CB8AC3E}">
        <p14:creationId xmlns:p14="http://schemas.microsoft.com/office/powerpoint/2010/main" val="40608077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973</Words>
  <Application>Microsoft Office PowerPoint</Application>
  <PresentationFormat>Широкоэкранный</PresentationFormat>
  <Paragraphs>137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Cascadia Mono</vt:lpstr>
      <vt:lpstr>Тема Office</vt:lpstr>
      <vt:lpstr>ООП - Практика</vt:lpstr>
      <vt:lpstr>Устная задача 1. Что будет выведено на экран и почему?</vt:lpstr>
      <vt:lpstr>Устная задача 1. Решение</vt:lpstr>
      <vt:lpstr>Устная задача 2. Что будет выведено на экран и почему?</vt:lpstr>
      <vt:lpstr>Устная задача 2. Решение</vt:lpstr>
      <vt:lpstr>Устная задача 3. Что будет выведено на экран и почему?</vt:lpstr>
      <vt:lpstr>Устная задача 3. Решение</vt:lpstr>
      <vt:lpstr>Устная задача 4. Что будет выведено на экран и почему? </vt:lpstr>
      <vt:lpstr>Устная задача 4. Решение</vt:lpstr>
      <vt:lpstr>Устная задача 5. Что будет выведено на экран и почему? </vt:lpstr>
      <vt:lpstr>Устная задача 5. Решение</vt:lpstr>
      <vt:lpstr>Задача 6. Практика Тема: конструкторы, константные методы, explicit, оператор &lt;&lt;, оператор ==</vt:lpstr>
      <vt:lpstr>Задача 7. Практика Тема: виртуальные методы, наследование, полиморфизм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ООП - Практика</dc:title>
  <dc:creator>varitch.rodion.2@gmail.com</dc:creator>
  <cp:lastModifiedBy>varitch.rodion.2@gmail.com</cp:lastModifiedBy>
  <cp:revision>10</cp:revision>
  <dcterms:created xsi:type="dcterms:W3CDTF">2025-11-25T14:22:20Z</dcterms:created>
  <dcterms:modified xsi:type="dcterms:W3CDTF">2025-11-25T15:03:16Z</dcterms:modified>
</cp:coreProperties>
</file>