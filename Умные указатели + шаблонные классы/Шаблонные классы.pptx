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C732C7-E29F-4FF7-9F7A-283EBEC73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1E84560-4C53-4D30-9259-11D1D5283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04FED3-558C-4AC3-A69B-CCCAB7FF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476C0-2865-44AD-A7BB-140CB3CB8DC8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C011C3-2097-4383-B432-08B109CF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39D1AE-0F95-4079-8321-A3E6DF370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FAF30-D81C-4CAE-9271-E5E1B42E5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576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8E8D5D-03D0-46EF-9E39-B5DE3D54C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5031FD-F64C-42D9-9356-54B4F90F3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D18977-5DBB-4969-B075-A5947F7A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476C0-2865-44AD-A7BB-140CB3CB8DC8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6F40E9-2B01-4A4A-B5D5-95ACAA7FF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E03F1C-E572-4199-BE63-47D36103D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FAF30-D81C-4CAE-9271-E5E1B42E5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692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774C95-B451-4CD4-BC26-C9F8E5458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F975A3-75A3-47C4-ABC4-056EB81EB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9CCDC0-EEC0-462D-9DB4-7A5A894C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476C0-2865-44AD-A7BB-140CB3CB8DC8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9E7A91-7F25-4D30-A8CE-2419578E3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4FE398-EC26-4B71-A38B-C614BA7E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FAF30-D81C-4CAE-9271-E5E1B42E5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746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4CBBB-6E0F-4CF6-8A27-234961444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7B2589-A1BC-4DEA-BC41-0566FD941E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4ECCE2-664B-43E9-82BE-69B98C3E9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D12F72-ED21-4E3F-B631-43A0F3FB5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476C0-2865-44AD-A7BB-140CB3CB8DC8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9AD46F-B905-4906-B505-713F1F80E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591943-358D-4180-8E16-29097BFDD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FAF30-D81C-4CAE-9271-E5E1B42E5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063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4B69E8-312D-4A6C-9A93-2940757AA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040319-6D3A-4DF4-92DE-83E1E1554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F01D32-778C-4DC8-9588-84280F721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86C60C4-4186-469F-919F-46B2E7374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5DBA8FE-3D0B-478B-BF2B-457AF38B76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1A70713-5B4A-4ACA-A5DA-8B5DA633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476C0-2865-44AD-A7BB-140CB3CB8DC8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D1CCAA7-8131-4709-83FD-5FA43A90D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31F49BC-ED2E-4E1E-B219-D8A42FD74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FAF30-D81C-4CAE-9271-E5E1B42E5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9711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4ADFCE-EB20-4F2C-A53D-562261D76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61AD0D6-21F5-4A38-9644-41F621227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476C0-2865-44AD-A7BB-140CB3CB8DC8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11D3DBA-186C-4FBE-8CC7-CA033CB65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EA53AAA-C867-4C82-A01D-275022D60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FAF30-D81C-4CAE-9271-E5E1B42E5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20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DBBB64B-5AEE-46E3-83A0-748F17ED6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476C0-2865-44AD-A7BB-140CB3CB8DC8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7B5FB51-8CC7-4270-9AEC-AC511D886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B3FD54-E13C-4A04-AFF4-C8D86A6E0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FAF30-D81C-4CAE-9271-E5E1B42E5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408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DD1B5D-8A89-404E-8A01-ED526EF42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AD1877-13F3-4EEC-BAF4-CC6CAF17A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FA5E243-A847-43C3-99A8-C6FE54384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922A54-CF48-46D7-8C21-B23412DD5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476C0-2865-44AD-A7BB-140CB3CB8DC8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85A496-8598-43C8-9604-0CDEB0D90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76FF2E-A0E2-479F-98B3-B8808BB2B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FAF30-D81C-4CAE-9271-E5E1B42E5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711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8768B6-8F7F-4611-B403-334A251E1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F745E77-0854-4DFB-8B7C-989A3344A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839106-BAA5-492C-B523-A45360254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2993F8-ECB8-4F54-AE44-C25706B64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476C0-2865-44AD-A7BB-140CB3CB8DC8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F18F0C-DAD2-4DFF-8824-2777F9F11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C121B1-46D0-4BA4-8BBF-1DADBCCCF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FAF30-D81C-4CAE-9271-E5E1B42E5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160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23ABB-2A6E-4B2D-AF73-8BFBC4FDF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C1ADA2A-F96A-45A6-9DE1-950E51F2F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DC6655-4907-4262-BF40-2D08D2EE5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476C0-2865-44AD-A7BB-140CB3CB8DC8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E5C11D-A1A6-480A-B798-77FF338D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B08A6B-AF21-4F9E-876F-406181B4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FAF30-D81C-4CAE-9271-E5E1B42E5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70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2E0D26E-4A39-4F44-9A24-1B1797D722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778AC02-DCC7-4CF7-8D25-264D9E00D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ECB942-9E35-45E8-A13A-B959AA26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476C0-2865-44AD-A7BB-140CB3CB8DC8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3176C7-CBF2-4E38-AC66-A21F04118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AF0706-AB7F-4C57-9D06-192878BA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FAF30-D81C-4CAE-9271-E5E1B42E5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2183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111CA5-A0E4-4191-A749-1CE575BFE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332F3D-F3E5-4F42-9C55-307505AD3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D1AD2E-CAC9-4DB9-8788-E4940EC760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476C0-2865-44AD-A7BB-140CB3CB8DC8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CF51EF-7F56-42E5-8069-8327B1654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B101B3-9FC0-423D-87E9-8FA40DEDA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FAF30-D81C-4CAE-9271-E5E1B42E5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733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4F5F29-D15B-4438-A801-44ADE6516C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ru-RU" dirty="0"/>
              <a:t>Шаблонные классы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6C6891-ED9A-417C-88A4-1DA277812C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just"/>
            <a:endParaRPr lang="ru-RU" dirty="0"/>
          </a:p>
          <a:p>
            <a:pPr algn="r"/>
            <a:r>
              <a:rPr lang="ru-RU" dirty="0"/>
              <a:t>07.11.2025 - …</a:t>
            </a:r>
          </a:p>
        </p:txBody>
      </p:sp>
    </p:spTree>
    <p:extLst>
      <p:ext uri="{BB962C8B-B14F-4D97-AF65-F5344CB8AC3E}">
        <p14:creationId xmlns:p14="http://schemas.microsoft.com/office/powerpoint/2010/main" val="159377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113474-1AFF-4BBD-98DE-D98D31883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ru-RU" dirty="0"/>
              <a:t>Шаблонные классы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320C95-F96F-4CA5-B287-14EFE8D85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Шаблонный класс (</a:t>
            </a:r>
            <a:r>
              <a:rPr lang="ru-RU" dirty="0" err="1"/>
              <a:t>class</a:t>
            </a:r>
            <a:r>
              <a:rPr lang="ru-RU" dirty="0"/>
              <a:t> </a:t>
            </a:r>
            <a:r>
              <a:rPr lang="ru-RU" dirty="0" err="1"/>
              <a:t>template</a:t>
            </a:r>
            <a:r>
              <a:rPr lang="ru-RU" dirty="0"/>
              <a:t>) — это класс, параметризованный типом или значением, который позволяет создавать обобщённые классы, способные работать с разными типами данных, без дублирования кода.</a:t>
            </a:r>
          </a:p>
          <a:p>
            <a:endParaRPr lang="ru-RU" dirty="0"/>
          </a:p>
          <a:p>
            <a:r>
              <a:rPr lang="ru-RU" dirty="0"/>
              <a:t>Шаблон — это «черновик класса», который компилятор разворачивает для конкретного типа при использовании.</a:t>
            </a:r>
          </a:p>
        </p:txBody>
      </p:sp>
    </p:spTree>
    <p:extLst>
      <p:ext uri="{BB962C8B-B14F-4D97-AF65-F5344CB8AC3E}">
        <p14:creationId xmlns:p14="http://schemas.microsoft.com/office/powerpoint/2010/main" val="1619621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9C791-2607-4617-A905-C2877FCEF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4781"/>
          </a:xfrm>
        </p:spPr>
        <p:txBody>
          <a:bodyPr>
            <a:normAutofit fontScale="90000"/>
          </a:bodyPr>
          <a:lstStyle/>
          <a:p>
            <a:r>
              <a:rPr lang="ru-RU" dirty="0"/>
              <a:t>Синтаксис шаблона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7A59DD-D097-4EEF-8714-2F566536D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1008"/>
            <a:ext cx="10515600" cy="4383274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value;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: value(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show() {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&lt;&lt; value &lt;&lt;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"\n"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 – </a:t>
            </a: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шаблон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– </a:t>
            </a: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название типа</a:t>
            </a:r>
          </a:p>
          <a:p>
            <a:pPr marL="0" indent="0">
              <a:buNone/>
            </a:pP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T – </a:t>
            </a:r>
            <a:r>
              <a:rPr lang="ru-RU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шаблонный тип данных</a:t>
            </a:r>
          </a:p>
        </p:txBody>
      </p:sp>
    </p:spTree>
    <p:extLst>
      <p:ext uri="{BB962C8B-B14F-4D97-AF65-F5344CB8AC3E}">
        <p14:creationId xmlns:p14="http://schemas.microsoft.com/office/powerpoint/2010/main" val="1484272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53A700-545D-4B5C-8561-26455A6CF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063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использования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476302-FBF8-4266-8E13-A0E2257C2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MyClass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fr-FR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a(42);       </a:t>
            </a:r>
            <a:r>
              <a:rPr lang="fr-FR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T = </a:t>
            </a:r>
            <a:r>
              <a:rPr lang="fr-FR" sz="1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endParaRPr lang="fr-F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MyClass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fr-FR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b(3.14);  </a:t>
            </a:r>
            <a:r>
              <a:rPr lang="fr-FR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T = double</a:t>
            </a:r>
            <a:endParaRPr lang="fr-FR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&lt;std::string&gt; c(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"Hello"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T = std::string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a.show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42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b.show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3.14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c.show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Hello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3438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6E5C2-3825-4C96-9B0A-63EAF98A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Несколько параметров шаблона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0EF288-8C58-4A17-9F96-2602CDFB5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Pair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first;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second;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Pair(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: first(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 second(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show() {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&lt;&lt; first &lt;&lt;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",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&lt;&lt; second &lt;&lt;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"\n"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Pair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std::string&gt; p(1,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"one"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p.show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1, one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1454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7595B-FABB-470C-AA90-70CDCA7F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063"/>
          </a:xfrm>
        </p:spPr>
        <p:txBody>
          <a:bodyPr>
            <a:normAutofit fontScale="90000"/>
          </a:bodyPr>
          <a:lstStyle/>
          <a:p>
            <a:r>
              <a:rPr lang="ru-RU" dirty="0"/>
              <a:t>Шаблонные методы внутри шаблонного класса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BB4C47-7037-43D0-8AE5-21EA529E7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034"/>
            <a:ext cx="10515600" cy="509195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Container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value;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Container(</a:t>
            </a:r>
            <a:r>
              <a:rPr lang="fr-FR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: value(</a:t>
            </a:r>
            <a:r>
              <a:rPr lang="fr-FR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{}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template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assign(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 value =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static_cast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}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show() {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&lt;&lt; value &lt;&lt;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"\n"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Container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c(5);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c.assign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(3.14);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присвоение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 → int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c.show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  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3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9405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AAD26B-9AB0-4E0F-8A52-37760CEA3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1346"/>
          </a:xfrm>
        </p:spPr>
        <p:txBody>
          <a:bodyPr>
            <a:normAutofit fontScale="90000"/>
          </a:bodyPr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B7240F-1331-49A0-A78D-D0703AD10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013" y="1075765"/>
            <a:ext cx="11492752" cy="5334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Создать шаблонный класс </a:t>
            </a:r>
            <a:r>
              <a:rPr lang="en-US" dirty="0"/>
              <a:t>Box</a:t>
            </a:r>
            <a:r>
              <a:rPr lang="ru-RU" dirty="0"/>
              <a:t>. Шаблонный класс Box&lt;T&gt; должен иметь:</a:t>
            </a:r>
          </a:p>
          <a:p>
            <a:pPr algn="just"/>
            <a:r>
              <a:rPr lang="ru-RU" dirty="0"/>
              <a:t>Поле </a:t>
            </a:r>
            <a:r>
              <a:rPr lang="ru-RU" i="1" dirty="0" err="1"/>
              <a:t>value</a:t>
            </a:r>
            <a:r>
              <a:rPr lang="ru-RU" dirty="0"/>
              <a:t> типа T.</a:t>
            </a:r>
          </a:p>
          <a:p>
            <a:pPr algn="just"/>
            <a:r>
              <a:rPr lang="ru-RU" dirty="0"/>
              <a:t>Конструктор по умолчанию.</a:t>
            </a:r>
          </a:p>
          <a:p>
            <a:pPr algn="just"/>
            <a:r>
              <a:rPr lang="ru-RU" dirty="0"/>
              <a:t>Конструктор, который принимает значение типа T.</a:t>
            </a:r>
          </a:p>
          <a:p>
            <a:pPr algn="just"/>
            <a:r>
              <a:rPr lang="ru-RU" dirty="0"/>
              <a:t>Метод </a:t>
            </a:r>
            <a:r>
              <a:rPr lang="ru-RU" i="1" dirty="0" err="1"/>
              <a:t>get</a:t>
            </a:r>
            <a:r>
              <a:rPr lang="ru-RU" i="1" dirty="0"/>
              <a:t>()</a:t>
            </a:r>
            <a:r>
              <a:rPr lang="ru-RU" dirty="0"/>
              <a:t>, который возвращает текущее значение.</a:t>
            </a:r>
          </a:p>
          <a:p>
            <a:pPr algn="just"/>
            <a:r>
              <a:rPr lang="ru-RU" dirty="0"/>
              <a:t>Метод </a:t>
            </a:r>
            <a:r>
              <a:rPr lang="ru-RU" i="1" dirty="0" err="1"/>
              <a:t>set</a:t>
            </a:r>
            <a:r>
              <a:rPr lang="ru-RU" i="1" dirty="0"/>
              <a:t>()</a:t>
            </a:r>
            <a:r>
              <a:rPr lang="ru-RU" dirty="0"/>
              <a:t>, который изменяет значение.</a:t>
            </a:r>
          </a:p>
          <a:p>
            <a:pPr algn="just"/>
            <a:r>
              <a:rPr lang="ru-RU" dirty="0"/>
              <a:t>Метод </a:t>
            </a:r>
            <a:r>
              <a:rPr lang="ru-RU" i="1" dirty="0" err="1"/>
              <a:t>show</a:t>
            </a:r>
            <a:r>
              <a:rPr lang="ru-RU" i="1" dirty="0"/>
              <a:t>()</a:t>
            </a:r>
            <a:r>
              <a:rPr lang="ru-RU" dirty="0"/>
              <a:t>, который выводит значение на экран (для T, который можно выводить через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cout</a:t>
            </a:r>
            <a:r>
              <a:rPr lang="ru-RU" dirty="0"/>
              <a:t>).</a:t>
            </a:r>
          </a:p>
          <a:p>
            <a:pPr algn="just"/>
            <a:r>
              <a:rPr lang="ru-RU" dirty="0"/>
              <a:t>Сделать метод </a:t>
            </a:r>
            <a:r>
              <a:rPr lang="ru-RU" i="1" dirty="0" err="1"/>
              <a:t>swap</a:t>
            </a:r>
            <a:r>
              <a:rPr lang="ru-RU" i="1" dirty="0"/>
              <a:t>(Box&lt;T&gt;&amp; </a:t>
            </a:r>
            <a:r>
              <a:rPr lang="ru-RU" i="1" dirty="0" err="1"/>
              <a:t>other</a:t>
            </a:r>
            <a:r>
              <a:rPr lang="ru-RU" i="1" dirty="0"/>
              <a:t>)</a:t>
            </a:r>
            <a:r>
              <a:rPr lang="ru-RU" dirty="0"/>
              <a:t>, который меняет содержимое двух коробок</a:t>
            </a:r>
          </a:p>
        </p:txBody>
      </p:sp>
    </p:spTree>
    <p:extLst>
      <p:ext uri="{BB962C8B-B14F-4D97-AF65-F5344CB8AC3E}">
        <p14:creationId xmlns:p14="http://schemas.microsoft.com/office/powerpoint/2010/main" val="27294924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464</Words>
  <Application>Microsoft Office PowerPoint</Application>
  <PresentationFormat>Широкоэкранный</PresentationFormat>
  <Paragraphs>70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Cascadia Code</vt:lpstr>
      <vt:lpstr>Cascadia Mono</vt:lpstr>
      <vt:lpstr>Тема Office</vt:lpstr>
      <vt:lpstr>Шаблонные классы</vt:lpstr>
      <vt:lpstr>Шаблонные классы</vt:lpstr>
      <vt:lpstr>Синтаксис шаблона</vt:lpstr>
      <vt:lpstr>Пример использования</vt:lpstr>
      <vt:lpstr>Несколько параметров шаблона</vt:lpstr>
      <vt:lpstr>Шаблонные методы внутри шаблонного класса</vt:lpstr>
      <vt:lpstr>Домашнее задание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Шаблонные классы</dc:title>
  <dc:creator>varitch.rodion.2@gmail.com</dc:creator>
  <cp:lastModifiedBy>varitch.rodion.2@gmail.com</cp:lastModifiedBy>
  <cp:revision>5</cp:revision>
  <dcterms:created xsi:type="dcterms:W3CDTF">2025-11-07T15:53:26Z</dcterms:created>
  <dcterms:modified xsi:type="dcterms:W3CDTF">2025-11-07T18:12:01Z</dcterms:modified>
</cp:coreProperties>
</file>